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6" r:id="rId4"/>
    <p:sldMasterId id="2147483663" r:id="rId5"/>
    <p:sldMasterId id="2147483660" r:id="rId6"/>
  </p:sldMasterIdLst>
  <p:notesMasterIdLst>
    <p:notesMasterId r:id="rId20"/>
  </p:notesMasterIdLst>
  <p:sldIdLst>
    <p:sldId id="256" r:id="rId7"/>
    <p:sldId id="268" r:id="rId8"/>
    <p:sldId id="265" r:id="rId9"/>
    <p:sldId id="267" r:id="rId10"/>
    <p:sldId id="272" r:id="rId11"/>
    <p:sldId id="277" r:id="rId12"/>
    <p:sldId id="278" r:id="rId13"/>
    <p:sldId id="273" r:id="rId14"/>
    <p:sldId id="271" r:id="rId15"/>
    <p:sldId id="274" r:id="rId16"/>
    <p:sldId id="276" r:id="rId17"/>
    <p:sldId id="270" r:id="rId18"/>
    <p:sldId id="279" r:id="rId1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タイトル" id="{59122118-269C-4AAF-9DA4-D09CBDFD96D2}">
          <p14:sldIdLst>
            <p14:sldId id="256"/>
          </p14:sldIdLst>
        </p14:section>
        <p14:section name="追加機能" id="{C3F35877-4ECA-40D4-8250-39C822F4F64B}">
          <p14:sldIdLst>
            <p14:sldId id="268"/>
          </p14:sldIdLst>
        </p14:section>
        <p14:section name="追加機能II" id="{B45BD96C-8A6F-4A10-B9E4-AA5B98B20B90}">
          <p14:sldIdLst>
            <p14:sldId id="265"/>
            <p14:sldId id="267"/>
            <p14:sldId id="272"/>
            <p14:sldId id="277"/>
            <p14:sldId id="278"/>
            <p14:sldId id="273"/>
            <p14:sldId id="271"/>
            <p14:sldId id="274"/>
            <p14:sldId id="276"/>
            <p14:sldId id="270"/>
          </p14:sldIdLst>
        </p14:section>
        <p14:section name="機能総まとめ" id="{0946D8A1-01E8-4DB0-8D22-48F731E0DEE3}">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F2F"/>
    <a:srgbClr val="1BB8B8"/>
    <a:srgbClr val="5BEAE7"/>
    <a:srgbClr val="F6FF7D"/>
    <a:srgbClr val="0A0A0A"/>
    <a:srgbClr val="B6B600"/>
    <a:srgbClr val="01060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636" autoAdjust="0"/>
    <p:restoredTop sz="91453" autoAdjust="0"/>
  </p:normalViewPr>
  <p:slideViewPr>
    <p:cSldViewPr snapToGrid="0">
      <p:cViewPr>
        <p:scale>
          <a:sx n="66" d="100"/>
          <a:sy n="66" d="100"/>
        </p:scale>
        <p:origin x="284" y="-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96EEAF-8D70-4686-AEC5-2F294D60C28C}" type="datetimeFigureOut">
              <a:rPr kumimoji="1" lang="ja-JP" altLang="en-US" smtClean="0"/>
              <a:t>2026/9/4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B1B6F2-2728-43CC-9EB1-9637AFD87FDE}" type="slidenum">
              <a:rPr kumimoji="1" lang="ja-JP" altLang="en-US" smtClean="0"/>
              <a:t>‹#›</a:t>
            </a:fld>
            <a:endParaRPr kumimoji="1" lang="ja-JP" altLang="en-US"/>
          </a:p>
        </p:txBody>
      </p:sp>
    </p:spTree>
    <p:extLst>
      <p:ext uri="{BB962C8B-B14F-4D97-AF65-F5344CB8AC3E}">
        <p14:creationId xmlns:p14="http://schemas.microsoft.com/office/powerpoint/2010/main" val="68809016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他のユーザとのつながりを作りやすい</a:t>
            </a:r>
            <a:r>
              <a:rPr kumimoji="1" lang="en-US" altLang="ja-JP" dirty="0"/>
              <a:t>SNS</a:t>
            </a:r>
            <a:endParaRPr kumimoji="1" lang="ja-JP" altLang="en-US" dirty="0"/>
          </a:p>
        </p:txBody>
      </p:sp>
      <p:sp>
        <p:nvSpPr>
          <p:cNvPr id="4" name="スライド番号プレースホルダー 3"/>
          <p:cNvSpPr>
            <a:spLocks noGrp="1"/>
          </p:cNvSpPr>
          <p:nvPr>
            <p:ph type="sldNum" sz="quarter" idx="5"/>
          </p:nvPr>
        </p:nvSpPr>
        <p:spPr/>
        <p:txBody>
          <a:bodyPr/>
          <a:lstStyle/>
          <a:p>
            <a:fld id="{75B1B6F2-2728-43CC-9EB1-9637AFD87FDE}" type="slidenum">
              <a:rPr kumimoji="1" lang="ja-JP" altLang="en-US" smtClean="0"/>
              <a:t>1</a:t>
            </a:fld>
            <a:endParaRPr kumimoji="1" lang="ja-JP" altLang="en-US"/>
          </a:p>
        </p:txBody>
      </p:sp>
    </p:spTree>
    <p:extLst>
      <p:ext uri="{BB962C8B-B14F-4D97-AF65-F5344CB8AC3E}">
        <p14:creationId xmlns:p14="http://schemas.microsoft.com/office/powerpoint/2010/main" val="5360116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DM</a:t>
            </a:r>
            <a:r>
              <a:rPr kumimoji="1" lang="ja-JP" altLang="en-US" dirty="0"/>
              <a:t>機能や趣味のタグを作成して自分の趣味と似た人とつながりやすくなる機能を実装したかった</a:t>
            </a:r>
          </a:p>
        </p:txBody>
      </p:sp>
      <p:sp>
        <p:nvSpPr>
          <p:cNvPr id="4" name="スライド番号プレースホルダー 3"/>
          <p:cNvSpPr>
            <a:spLocks noGrp="1"/>
          </p:cNvSpPr>
          <p:nvPr>
            <p:ph type="sldNum" sz="quarter" idx="5"/>
          </p:nvPr>
        </p:nvSpPr>
        <p:spPr/>
        <p:txBody>
          <a:bodyPr/>
          <a:lstStyle/>
          <a:p>
            <a:fld id="{75B1B6F2-2728-43CC-9EB1-9637AFD87FDE}" type="slidenum">
              <a:rPr kumimoji="1" lang="ja-JP" altLang="en-US" smtClean="0"/>
              <a:t>13</a:t>
            </a:fld>
            <a:endParaRPr kumimoji="1" lang="ja-JP" altLang="en-US"/>
          </a:p>
        </p:txBody>
      </p:sp>
    </p:spTree>
    <p:extLst>
      <p:ext uri="{BB962C8B-B14F-4D97-AF65-F5344CB8AC3E}">
        <p14:creationId xmlns:p14="http://schemas.microsoft.com/office/powerpoint/2010/main" val="19085272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8726B484-49B2-710E-8E89-CF96C24CD7DF}"/>
              </a:ext>
            </a:extLst>
          </p:cNvPr>
          <p:cNvSpPr>
            <a:spLocks noGrp="1"/>
          </p:cNvSpPr>
          <p:nvPr>
            <p:ph type="dt" sz="half" idx="10"/>
          </p:nvPr>
        </p:nvSpPr>
        <p:spPr/>
        <p:txBody>
          <a:bodyPr/>
          <a:lstStyle/>
          <a:p>
            <a:fld id="{CC70C3D0-6242-4CFE-942D-D750F6F8EC04}" type="datetimeFigureOut">
              <a:rPr kumimoji="1" lang="ja-JP" altLang="en-US" smtClean="0"/>
              <a:t>2026/9/4</a:t>
            </a:fld>
            <a:endParaRPr kumimoji="1" lang="ja-JP" altLang="en-US"/>
          </a:p>
        </p:txBody>
      </p:sp>
      <p:sp>
        <p:nvSpPr>
          <p:cNvPr id="5" name="フッター プレースホルダー 4">
            <a:extLst>
              <a:ext uri="{FF2B5EF4-FFF2-40B4-BE49-F238E27FC236}">
                <a16:creationId xmlns:a16="http://schemas.microsoft.com/office/drawing/2014/main" id="{535BB3EC-1A6D-3C0A-54D5-563FBA681EC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5823E92-C550-B6FF-C22E-CC9AD8930FE0}"/>
              </a:ext>
            </a:extLst>
          </p:cNvPr>
          <p:cNvSpPr>
            <a:spLocks noGrp="1"/>
          </p:cNvSpPr>
          <p:nvPr>
            <p:ph type="sldNum" sz="quarter" idx="12"/>
          </p:nvPr>
        </p:nvSpPr>
        <p:spPr/>
        <p:txBody>
          <a:bodyPr/>
          <a:lstStyle/>
          <a:p>
            <a:fld id="{E60B647C-0AEB-4EA6-ACE7-F344A6361E02}" type="slidenum">
              <a:rPr kumimoji="1" lang="ja-JP" altLang="en-US" smtClean="0"/>
              <a:t>‹#›</a:t>
            </a:fld>
            <a:endParaRPr kumimoji="1" lang="ja-JP" altLang="en-US"/>
          </a:p>
        </p:txBody>
      </p:sp>
      <p:sp>
        <p:nvSpPr>
          <p:cNvPr id="8" name="吹き出し: 角を丸めた四角形 7">
            <a:extLst>
              <a:ext uri="{FF2B5EF4-FFF2-40B4-BE49-F238E27FC236}">
                <a16:creationId xmlns:a16="http://schemas.microsoft.com/office/drawing/2014/main" id="{255CC203-2849-90BB-FD5D-E94B6F1619D5}"/>
              </a:ext>
            </a:extLst>
          </p:cNvPr>
          <p:cNvSpPr/>
          <p:nvPr userDrawn="1"/>
        </p:nvSpPr>
        <p:spPr>
          <a:xfrm>
            <a:off x="187960" y="248897"/>
            <a:ext cx="1300480" cy="528320"/>
          </a:xfrm>
          <a:prstGeom prst="wedgeRoundRectCallout">
            <a:avLst>
              <a:gd name="adj1" fmla="val 33073"/>
              <a:gd name="adj2" fmla="val 85577"/>
              <a:gd name="adj3" fmla="val 16667"/>
            </a:avLst>
          </a:prstGeom>
          <a:noFill/>
          <a:ln>
            <a:solidFill>
              <a:srgbClr val="1B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HGP創英角ｺﾞｼｯｸUB" panose="020B0900000000000000" pitchFamily="50" charset="-128"/>
              <a:ea typeface="HGP創英角ｺﾞｼｯｸUB" panose="020B0900000000000000" pitchFamily="50" charset="-128"/>
            </a:endParaRPr>
          </a:p>
        </p:txBody>
      </p:sp>
      <p:sp>
        <p:nvSpPr>
          <p:cNvPr id="7" name="タイトル 1">
            <a:extLst>
              <a:ext uri="{FF2B5EF4-FFF2-40B4-BE49-F238E27FC236}">
                <a16:creationId xmlns:a16="http://schemas.microsoft.com/office/drawing/2014/main" id="{FEE13BE7-C7A8-3E37-9CEE-00EB3B60426C}"/>
              </a:ext>
            </a:extLst>
          </p:cNvPr>
          <p:cNvSpPr>
            <a:spLocks noGrp="1"/>
          </p:cNvSpPr>
          <p:nvPr>
            <p:ph type="title"/>
          </p:nvPr>
        </p:nvSpPr>
        <p:spPr>
          <a:xfrm>
            <a:off x="838200" y="365125"/>
            <a:ext cx="10515600" cy="1325563"/>
          </a:xfrm>
        </p:spPr>
        <p:txBody>
          <a:bodyPr/>
          <a:lstStyle/>
          <a:p>
            <a:r>
              <a:rPr kumimoji="1" lang="ja-JP" altLang="en-US"/>
              <a:t>マスター タイトルの書式設定</a:t>
            </a:r>
          </a:p>
        </p:txBody>
      </p:sp>
    </p:spTree>
    <p:extLst>
      <p:ext uri="{BB962C8B-B14F-4D97-AF65-F5344CB8AC3E}">
        <p14:creationId xmlns:p14="http://schemas.microsoft.com/office/powerpoint/2010/main" val="7923337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7B391C9D-F45C-DEBF-6319-653269A911B6}"/>
              </a:ext>
            </a:extLst>
          </p:cNvPr>
          <p:cNvSpPr>
            <a:spLocks noGrp="1"/>
          </p:cNvSpPr>
          <p:nvPr>
            <p:ph type="dt" sz="half" idx="10"/>
          </p:nvPr>
        </p:nvSpPr>
        <p:spPr/>
        <p:txBody>
          <a:bodyPr/>
          <a:lstStyle/>
          <a:p>
            <a:fld id="{CC70C3D0-6242-4CFE-942D-D750F6F8EC04}" type="datetimeFigureOut">
              <a:rPr kumimoji="1" lang="ja-JP" altLang="en-US" smtClean="0"/>
              <a:t>2026/9/4</a:t>
            </a:fld>
            <a:endParaRPr kumimoji="1" lang="ja-JP" altLang="en-US"/>
          </a:p>
        </p:txBody>
      </p:sp>
      <p:sp>
        <p:nvSpPr>
          <p:cNvPr id="5" name="フッター プレースホルダー 4">
            <a:extLst>
              <a:ext uri="{FF2B5EF4-FFF2-40B4-BE49-F238E27FC236}">
                <a16:creationId xmlns:a16="http://schemas.microsoft.com/office/drawing/2014/main" id="{B733D1D6-F2D3-4AC0-82BF-2B453D1179E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C0F2D00-32B9-3822-5205-49899AE8F1A5}"/>
              </a:ext>
            </a:extLst>
          </p:cNvPr>
          <p:cNvSpPr>
            <a:spLocks noGrp="1"/>
          </p:cNvSpPr>
          <p:nvPr>
            <p:ph type="sldNum" sz="quarter" idx="12"/>
          </p:nvPr>
        </p:nvSpPr>
        <p:spPr/>
        <p:txBody>
          <a:bodyPr/>
          <a:lstStyle/>
          <a:p>
            <a:fld id="{E60B647C-0AEB-4EA6-ACE7-F344A6361E02}" type="slidenum">
              <a:rPr kumimoji="1" lang="ja-JP" altLang="en-US" smtClean="0"/>
              <a:t>‹#›</a:t>
            </a:fld>
            <a:endParaRPr kumimoji="1" lang="ja-JP" altLang="en-US"/>
          </a:p>
        </p:txBody>
      </p:sp>
      <p:sp>
        <p:nvSpPr>
          <p:cNvPr id="8" name="吹き出し: 角を丸めた四角形 7">
            <a:extLst>
              <a:ext uri="{FF2B5EF4-FFF2-40B4-BE49-F238E27FC236}">
                <a16:creationId xmlns:a16="http://schemas.microsoft.com/office/drawing/2014/main" id="{055EE3AA-3239-FC99-5A9A-930FA4A041E0}"/>
              </a:ext>
            </a:extLst>
          </p:cNvPr>
          <p:cNvSpPr/>
          <p:nvPr userDrawn="1"/>
        </p:nvSpPr>
        <p:spPr>
          <a:xfrm>
            <a:off x="187960" y="248897"/>
            <a:ext cx="1300480" cy="528320"/>
          </a:xfrm>
          <a:prstGeom prst="wedgeRoundRectCallout">
            <a:avLst>
              <a:gd name="adj1" fmla="val 33073"/>
              <a:gd name="adj2" fmla="val 85577"/>
              <a:gd name="adj3" fmla="val 16667"/>
            </a:avLst>
          </a:prstGeom>
          <a:noFill/>
          <a:ln>
            <a:solidFill>
              <a:srgbClr val="F0FF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HGP創英角ｺﾞｼｯｸUB" panose="020B0900000000000000" pitchFamily="50" charset="-128"/>
              <a:ea typeface="HGP創英角ｺﾞｼｯｸUB" panose="020B0900000000000000" pitchFamily="50" charset="-128"/>
            </a:endParaRPr>
          </a:p>
        </p:txBody>
      </p:sp>
      <p:sp>
        <p:nvSpPr>
          <p:cNvPr id="7" name="タイトル 1">
            <a:extLst>
              <a:ext uri="{FF2B5EF4-FFF2-40B4-BE49-F238E27FC236}">
                <a16:creationId xmlns:a16="http://schemas.microsoft.com/office/drawing/2014/main" id="{525EED19-B745-B0E8-0893-119B35A22DB3}"/>
              </a:ext>
            </a:extLst>
          </p:cNvPr>
          <p:cNvSpPr>
            <a:spLocks noGrp="1"/>
          </p:cNvSpPr>
          <p:nvPr>
            <p:ph type="title"/>
          </p:nvPr>
        </p:nvSpPr>
        <p:spPr>
          <a:xfrm>
            <a:off x="838200" y="365125"/>
            <a:ext cx="10515600" cy="1325563"/>
          </a:xfrm>
        </p:spPr>
        <p:txBody>
          <a:bodyPr/>
          <a:lstStyle/>
          <a:p>
            <a:r>
              <a:rPr kumimoji="1" lang="ja-JP" altLang="en-US"/>
              <a:t>マスター タイトルの書式設定</a:t>
            </a:r>
          </a:p>
        </p:txBody>
      </p:sp>
      <p:sp>
        <p:nvSpPr>
          <p:cNvPr id="10" name="テキスト ボックス 9">
            <a:extLst>
              <a:ext uri="{FF2B5EF4-FFF2-40B4-BE49-F238E27FC236}">
                <a16:creationId xmlns:a16="http://schemas.microsoft.com/office/drawing/2014/main" id="{6B611046-8E47-1C02-09B3-B28898B0F24A}"/>
              </a:ext>
            </a:extLst>
          </p:cNvPr>
          <p:cNvSpPr txBox="1"/>
          <p:nvPr userDrawn="1"/>
        </p:nvSpPr>
        <p:spPr>
          <a:xfrm>
            <a:off x="317205" y="365125"/>
            <a:ext cx="1041990" cy="365125"/>
          </a:xfrm>
          <a:prstGeom prst="rect">
            <a:avLst/>
          </a:prstGeom>
          <a:noFill/>
        </p:spPr>
        <p:txBody>
          <a:bodyPr wrap="square" rtlCol="0">
            <a:spAutoFit/>
          </a:bodyPr>
          <a:lstStyle/>
          <a:p>
            <a:endParaRPr kumimoji="1" lang="ja-JP" altLang="en-US" dirty="0"/>
          </a:p>
        </p:txBody>
      </p:sp>
    </p:spTree>
    <p:extLst>
      <p:ext uri="{BB962C8B-B14F-4D97-AF65-F5344CB8AC3E}">
        <p14:creationId xmlns:p14="http://schemas.microsoft.com/office/powerpoint/2010/main" val="28745252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3CA378C-CE25-40E1-0173-AC4D312CB422}"/>
              </a:ext>
            </a:extLst>
          </p:cNvPr>
          <p:cNvSpPr>
            <a:spLocks noGrp="1"/>
          </p:cNvSpPr>
          <p:nvPr>
            <p:ph type="dt" sz="half" idx="10"/>
          </p:nvPr>
        </p:nvSpPr>
        <p:spPr/>
        <p:txBody>
          <a:bodyPr/>
          <a:lstStyle/>
          <a:p>
            <a:fld id="{CC70C3D0-6242-4CFE-942D-D750F6F8EC04}" type="datetimeFigureOut">
              <a:rPr kumimoji="1" lang="ja-JP" altLang="en-US" smtClean="0"/>
              <a:t>2026/9/4</a:t>
            </a:fld>
            <a:endParaRPr kumimoji="1" lang="ja-JP" altLang="en-US"/>
          </a:p>
        </p:txBody>
      </p:sp>
      <p:sp>
        <p:nvSpPr>
          <p:cNvPr id="3" name="フッター プレースホルダー 2">
            <a:extLst>
              <a:ext uri="{FF2B5EF4-FFF2-40B4-BE49-F238E27FC236}">
                <a16:creationId xmlns:a16="http://schemas.microsoft.com/office/drawing/2014/main" id="{DC103600-1050-5AAF-4594-3ABFCE38A3E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EF2FF8C-83A6-AFB9-4C65-D2E0808DB8A4}"/>
              </a:ext>
            </a:extLst>
          </p:cNvPr>
          <p:cNvSpPr>
            <a:spLocks noGrp="1"/>
          </p:cNvSpPr>
          <p:nvPr>
            <p:ph type="sldNum" sz="quarter" idx="12"/>
          </p:nvPr>
        </p:nvSpPr>
        <p:spPr/>
        <p:txBody>
          <a:bodyPr/>
          <a:lstStyle/>
          <a:p>
            <a:fld id="{E60B647C-0AEB-4EA6-ACE7-F344A6361E02}" type="slidenum">
              <a:rPr kumimoji="1" lang="ja-JP" altLang="en-US" smtClean="0"/>
              <a:t>‹#›</a:t>
            </a:fld>
            <a:endParaRPr kumimoji="1" lang="ja-JP" altLang="en-US"/>
          </a:p>
        </p:txBody>
      </p:sp>
      <p:sp>
        <p:nvSpPr>
          <p:cNvPr id="9" name="タイトル 1">
            <a:extLst>
              <a:ext uri="{FF2B5EF4-FFF2-40B4-BE49-F238E27FC236}">
                <a16:creationId xmlns:a16="http://schemas.microsoft.com/office/drawing/2014/main" id="{B5824064-2AD5-6BA9-489A-6D456C96F03A}"/>
              </a:ext>
            </a:extLst>
          </p:cNvPr>
          <p:cNvSpPr>
            <a:spLocks noGrp="1"/>
          </p:cNvSpPr>
          <p:nvPr>
            <p:ph type="title"/>
          </p:nvPr>
        </p:nvSpPr>
        <p:spPr>
          <a:xfrm>
            <a:off x="838200" y="365125"/>
            <a:ext cx="10515600" cy="1325563"/>
          </a:xfrm>
        </p:spPr>
        <p:txBody>
          <a:bodyPr/>
          <a:lstStyle/>
          <a:p>
            <a:r>
              <a:rPr kumimoji="1" lang="ja-JP" altLang="en-US"/>
              <a:t>マスター タイトルの書式設定</a:t>
            </a:r>
          </a:p>
        </p:txBody>
      </p:sp>
    </p:spTree>
    <p:extLst>
      <p:ext uri="{BB962C8B-B14F-4D97-AF65-F5344CB8AC3E}">
        <p14:creationId xmlns:p14="http://schemas.microsoft.com/office/powerpoint/2010/main" val="3866404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8726B484-49B2-710E-8E89-CF96C24CD7DF}"/>
              </a:ext>
            </a:extLst>
          </p:cNvPr>
          <p:cNvSpPr>
            <a:spLocks noGrp="1"/>
          </p:cNvSpPr>
          <p:nvPr>
            <p:ph type="dt" sz="half" idx="10"/>
          </p:nvPr>
        </p:nvSpPr>
        <p:spPr/>
        <p:txBody>
          <a:bodyPr/>
          <a:lstStyle/>
          <a:p>
            <a:fld id="{CC70C3D0-6242-4CFE-942D-D750F6F8EC04}" type="datetimeFigureOut">
              <a:rPr kumimoji="1" lang="ja-JP" altLang="en-US" smtClean="0"/>
              <a:t>2026/9/4</a:t>
            </a:fld>
            <a:endParaRPr kumimoji="1" lang="ja-JP" altLang="en-US"/>
          </a:p>
        </p:txBody>
      </p:sp>
      <p:sp>
        <p:nvSpPr>
          <p:cNvPr id="5" name="フッター プレースホルダー 4">
            <a:extLst>
              <a:ext uri="{FF2B5EF4-FFF2-40B4-BE49-F238E27FC236}">
                <a16:creationId xmlns:a16="http://schemas.microsoft.com/office/drawing/2014/main" id="{535BB3EC-1A6D-3C0A-54D5-563FBA681EC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5823E92-C550-B6FF-C22E-CC9AD8930FE0}"/>
              </a:ext>
            </a:extLst>
          </p:cNvPr>
          <p:cNvSpPr>
            <a:spLocks noGrp="1"/>
          </p:cNvSpPr>
          <p:nvPr>
            <p:ph type="sldNum" sz="quarter" idx="12"/>
          </p:nvPr>
        </p:nvSpPr>
        <p:spPr/>
        <p:txBody>
          <a:bodyPr/>
          <a:lstStyle/>
          <a:p>
            <a:fld id="{E60B647C-0AEB-4EA6-ACE7-F344A6361E02}" type="slidenum">
              <a:rPr kumimoji="1" lang="ja-JP" altLang="en-US" smtClean="0"/>
              <a:t>‹#›</a:t>
            </a:fld>
            <a:endParaRPr kumimoji="1" lang="ja-JP" altLang="en-US"/>
          </a:p>
        </p:txBody>
      </p:sp>
      <p:sp>
        <p:nvSpPr>
          <p:cNvPr id="8" name="吹き出し: 角を丸めた四角形 7">
            <a:extLst>
              <a:ext uri="{FF2B5EF4-FFF2-40B4-BE49-F238E27FC236}">
                <a16:creationId xmlns:a16="http://schemas.microsoft.com/office/drawing/2014/main" id="{255CC203-2849-90BB-FD5D-E94B6F1619D5}"/>
              </a:ext>
            </a:extLst>
          </p:cNvPr>
          <p:cNvSpPr/>
          <p:nvPr userDrawn="1"/>
        </p:nvSpPr>
        <p:spPr>
          <a:xfrm>
            <a:off x="187960" y="248897"/>
            <a:ext cx="1300480" cy="528320"/>
          </a:xfrm>
          <a:prstGeom prst="wedgeRoundRectCallout">
            <a:avLst>
              <a:gd name="adj1" fmla="val 33073"/>
              <a:gd name="adj2" fmla="val 85577"/>
              <a:gd name="adj3" fmla="val 16667"/>
            </a:avLst>
          </a:prstGeom>
          <a:noFill/>
          <a:ln>
            <a:solidFill>
              <a:srgbClr val="1BB8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HGP創英角ｺﾞｼｯｸUB" panose="020B0900000000000000" pitchFamily="50" charset="-128"/>
              <a:ea typeface="HGP創英角ｺﾞｼｯｸUB" panose="020B0900000000000000" pitchFamily="50" charset="-128"/>
            </a:endParaRPr>
          </a:p>
        </p:txBody>
      </p:sp>
      <p:sp>
        <p:nvSpPr>
          <p:cNvPr id="7" name="タイトル 1">
            <a:extLst>
              <a:ext uri="{FF2B5EF4-FFF2-40B4-BE49-F238E27FC236}">
                <a16:creationId xmlns:a16="http://schemas.microsoft.com/office/drawing/2014/main" id="{FEE13BE7-C7A8-3E37-9CEE-00EB3B60426C}"/>
              </a:ext>
            </a:extLst>
          </p:cNvPr>
          <p:cNvSpPr>
            <a:spLocks noGrp="1"/>
          </p:cNvSpPr>
          <p:nvPr>
            <p:ph type="title"/>
          </p:nvPr>
        </p:nvSpPr>
        <p:spPr>
          <a:xfrm>
            <a:off x="838200" y="365125"/>
            <a:ext cx="10515600" cy="1325563"/>
          </a:xfrm>
        </p:spPr>
        <p:txBody>
          <a:bodyPr/>
          <a:lstStyle/>
          <a:p>
            <a:r>
              <a:rPr kumimoji="1" lang="ja-JP" altLang="en-US"/>
              <a:t>マスター タイトルの書式設定</a:t>
            </a:r>
          </a:p>
        </p:txBody>
      </p:sp>
    </p:spTree>
    <p:extLst>
      <p:ext uri="{BB962C8B-B14F-4D97-AF65-F5344CB8AC3E}">
        <p14:creationId xmlns:p14="http://schemas.microsoft.com/office/powerpoint/2010/main" val="21406417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7B391C9D-F45C-DEBF-6319-653269A911B6}"/>
              </a:ext>
            </a:extLst>
          </p:cNvPr>
          <p:cNvSpPr>
            <a:spLocks noGrp="1"/>
          </p:cNvSpPr>
          <p:nvPr>
            <p:ph type="dt" sz="half" idx="10"/>
          </p:nvPr>
        </p:nvSpPr>
        <p:spPr/>
        <p:txBody>
          <a:bodyPr/>
          <a:lstStyle/>
          <a:p>
            <a:fld id="{CC70C3D0-6242-4CFE-942D-D750F6F8EC04}" type="datetimeFigureOut">
              <a:rPr kumimoji="1" lang="ja-JP" altLang="en-US" smtClean="0"/>
              <a:t>2026/9/4</a:t>
            </a:fld>
            <a:endParaRPr kumimoji="1" lang="ja-JP" altLang="en-US"/>
          </a:p>
        </p:txBody>
      </p:sp>
      <p:sp>
        <p:nvSpPr>
          <p:cNvPr id="5" name="フッター プレースホルダー 4">
            <a:extLst>
              <a:ext uri="{FF2B5EF4-FFF2-40B4-BE49-F238E27FC236}">
                <a16:creationId xmlns:a16="http://schemas.microsoft.com/office/drawing/2014/main" id="{B733D1D6-F2D3-4AC0-82BF-2B453D1179E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C0F2D00-32B9-3822-5205-49899AE8F1A5}"/>
              </a:ext>
            </a:extLst>
          </p:cNvPr>
          <p:cNvSpPr>
            <a:spLocks noGrp="1"/>
          </p:cNvSpPr>
          <p:nvPr>
            <p:ph type="sldNum" sz="quarter" idx="12"/>
          </p:nvPr>
        </p:nvSpPr>
        <p:spPr/>
        <p:txBody>
          <a:bodyPr/>
          <a:lstStyle/>
          <a:p>
            <a:fld id="{E60B647C-0AEB-4EA6-ACE7-F344A6361E02}" type="slidenum">
              <a:rPr kumimoji="1" lang="ja-JP" altLang="en-US" smtClean="0"/>
              <a:t>‹#›</a:t>
            </a:fld>
            <a:endParaRPr kumimoji="1" lang="ja-JP" altLang="en-US"/>
          </a:p>
        </p:txBody>
      </p:sp>
      <p:sp>
        <p:nvSpPr>
          <p:cNvPr id="8" name="吹き出し: 角を丸めた四角形 7">
            <a:extLst>
              <a:ext uri="{FF2B5EF4-FFF2-40B4-BE49-F238E27FC236}">
                <a16:creationId xmlns:a16="http://schemas.microsoft.com/office/drawing/2014/main" id="{055EE3AA-3239-FC99-5A9A-930FA4A041E0}"/>
              </a:ext>
            </a:extLst>
          </p:cNvPr>
          <p:cNvSpPr/>
          <p:nvPr userDrawn="1"/>
        </p:nvSpPr>
        <p:spPr>
          <a:xfrm>
            <a:off x="187960" y="248897"/>
            <a:ext cx="1300480" cy="528320"/>
          </a:xfrm>
          <a:prstGeom prst="wedgeRoundRectCallout">
            <a:avLst>
              <a:gd name="adj1" fmla="val 33073"/>
              <a:gd name="adj2" fmla="val 85577"/>
              <a:gd name="adj3" fmla="val 16667"/>
            </a:avLst>
          </a:prstGeom>
          <a:noFill/>
          <a:ln>
            <a:solidFill>
              <a:srgbClr val="F0FF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HGP創英角ｺﾞｼｯｸUB" panose="020B0900000000000000" pitchFamily="50" charset="-128"/>
              <a:ea typeface="HGP創英角ｺﾞｼｯｸUB" panose="020B0900000000000000" pitchFamily="50" charset="-128"/>
            </a:endParaRPr>
          </a:p>
        </p:txBody>
      </p:sp>
      <p:sp>
        <p:nvSpPr>
          <p:cNvPr id="7" name="タイトル 1">
            <a:extLst>
              <a:ext uri="{FF2B5EF4-FFF2-40B4-BE49-F238E27FC236}">
                <a16:creationId xmlns:a16="http://schemas.microsoft.com/office/drawing/2014/main" id="{525EED19-B745-B0E8-0893-119B35A22DB3}"/>
              </a:ext>
            </a:extLst>
          </p:cNvPr>
          <p:cNvSpPr>
            <a:spLocks noGrp="1"/>
          </p:cNvSpPr>
          <p:nvPr>
            <p:ph type="title"/>
          </p:nvPr>
        </p:nvSpPr>
        <p:spPr>
          <a:xfrm>
            <a:off x="838200" y="365125"/>
            <a:ext cx="10515600" cy="1325563"/>
          </a:xfrm>
        </p:spPr>
        <p:txBody>
          <a:bodyPr/>
          <a:lstStyle/>
          <a:p>
            <a:r>
              <a:rPr kumimoji="1" lang="ja-JP" altLang="en-US"/>
              <a:t>マスター タイトルの書式設定</a:t>
            </a:r>
          </a:p>
        </p:txBody>
      </p:sp>
      <p:sp>
        <p:nvSpPr>
          <p:cNvPr id="10" name="テキスト ボックス 9">
            <a:extLst>
              <a:ext uri="{FF2B5EF4-FFF2-40B4-BE49-F238E27FC236}">
                <a16:creationId xmlns:a16="http://schemas.microsoft.com/office/drawing/2014/main" id="{6B611046-8E47-1C02-09B3-B28898B0F24A}"/>
              </a:ext>
            </a:extLst>
          </p:cNvPr>
          <p:cNvSpPr txBox="1"/>
          <p:nvPr userDrawn="1"/>
        </p:nvSpPr>
        <p:spPr>
          <a:xfrm>
            <a:off x="317205" y="365125"/>
            <a:ext cx="1041990" cy="365125"/>
          </a:xfrm>
          <a:prstGeom prst="rect">
            <a:avLst/>
          </a:prstGeom>
          <a:noFill/>
        </p:spPr>
        <p:txBody>
          <a:bodyPr wrap="square" rtlCol="0">
            <a:spAutoFit/>
          </a:bodyPr>
          <a:lstStyle/>
          <a:p>
            <a:endParaRPr kumimoji="1" lang="ja-JP" altLang="en-US" dirty="0"/>
          </a:p>
        </p:txBody>
      </p:sp>
    </p:spTree>
    <p:extLst>
      <p:ext uri="{BB962C8B-B14F-4D97-AF65-F5344CB8AC3E}">
        <p14:creationId xmlns:p14="http://schemas.microsoft.com/office/powerpoint/2010/main" val="2468585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3CA378C-CE25-40E1-0173-AC4D312CB422}"/>
              </a:ext>
            </a:extLst>
          </p:cNvPr>
          <p:cNvSpPr>
            <a:spLocks noGrp="1"/>
          </p:cNvSpPr>
          <p:nvPr>
            <p:ph type="dt" sz="half" idx="10"/>
          </p:nvPr>
        </p:nvSpPr>
        <p:spPr/>
        <p:txBody>
          <a:bodyPr/>
          <a:lstStyle/>
          <a:p>
            <a:fld id="{CC70C3D0-6242-4CFE-942D-D750F6F8EC04}" type="datetimeFigureOut">
              <a:rPr kumimoji="1" lang="ja-JP" altLang="en-US" smtClean="0"/>
              <a:t>2026/9/4</a:t>
            </a:fld>
            <a:endParaRPr kumimoji="1" lang="ja-JP" altLang="en-US"/>
          </a:p>
        </p:txBody>
      </p:sp>
      <p:sp>
        <p:nvSpPr>
          <p:cNvPr id="3" name="フッター プレースホルダー 2">
            <a:extLst>
              <a:ext uri="{FF2B5EF4-FFF2-40B4-BE49-F238E27FC236}">
                <a16:creationId xmlns:a16="http://schemas.microsoft.com/office/drawing/2014/main" id="{DC103600-1050-5AAF-4594-3ABFCE38A3EC}"/>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EF2FF8C-83A6-AFB9-4C65-D2E0808DB8A4}"/>
              </a:ext>
            </a:extLst>
          </p:cNvPr>
          <p:cNvSpPr>
            <a:spLocks noGrp="1"/>
          </p:cNvSpPr>
          <p:nvPr>
            <p:ph type="sldNum" sz="quarter" idx="12"/>
          </p:nvPr>
        </p:nvSpPr>
        <p:spPr/>
        <p:txBody>
          <a:bodyPr/>
          <a:lstStyle/>
          <a:p>
            <a:fld id="{E60B647C-0AEB-4EA6-ACE7-F344A6361E02}" type="slidenum">
              <a:rPr kumimoji="1" lang="ja-JP" altLang="en-US" smtClean="0"/>
              <a:t>‹#›</a:t>
            </a:fld>
            <a:endParaRPr kumimoji="1" lang="ja-JP" altLang="en-US"/>
          </a:p>
        </p:txBody>
      </p:sp>
      <p:sp>
        <p:nvSpPr>
          <p:cNvPr id="9" name="タイトル 1">
            <a:extLst>
              <a:ext uri="{FF2B5EF4-FFF2-40B4-BE49-F238E27FC236}">
                <a16:creationId xmlns:a16="http://schemas.microsoft.com/office/drawing/2014/main" id="{B5824064-2AD5-6BA9-489A-6D456C96F03A}"/>
              </a:ext>
            </a:extLst>
          </p:cNvPr>
          <p:cNvSpPr>
            <a:spLocks noGrp="1"/>
          </p:cNvSpPr>
          <p:nvPr>
            <p:ph type="title"/>
          </p:nvPr>
        </p:nvSpPr>
        <p:spPr>
          <a:xfrm>
            <a:off x="838200" y="365125"/>
            <a:ext cx="10515600" cy="1325563"/>
          </a:xfrm>
        </p:spPr>
        <p:txBody>
          <a:bodyPr/>
          <a:lstStyle/>
          <a:p>
            <a:r>
              <a:rPr kumimoji="1" lang="ja-JP" altLang="en-US"/>
              <a:t>マスター タイトルの書式設定</a:t>
            </a:r>
          </a:p>
        </p:txBody>
      </p:sp>
    </p:spTree>
    <p:extLst>
      <p:ext uri="{BB962C8B-B14F-4D97-AF65-F5344CB8AC3E}">
        <p14:creationId xmlns:p14="http://schemas.microsoft.com/office/powerpoint/2010/main" val="249812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8C72496A-869F-DD12-5DAA-95F86FBDB214}"/>
              </a:ext>
            </a:extLst>
          </p:cNvPr>
          <p:cNvSpPr/>
          <p:nvPr userDrawn="1"/>
        </p:nvSpPr>
        <p:spPr>
          <a:xfrm rot="900000">
            <a:off x="8558788" y="4649677"/>
            <a:ext cx="4234189" cy="4494179"/>
          </a:xfrm>
          <a:prstGeom prst="rect">
            <a:avLst/>
          </a:prstGeom>
          <a:solidFill>
            <a:srgbClr val="1BB8B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5D6E5788-D10F-D8BD-29F2-34228FA8AEC0}"/>
              </a:ext>
            </a:extLst>
          </p:cNvPr>
          <p:cNvSpPr/>
          <p:nvPr userDrawn="1"/>
        </p:nvSpPr>
        <p:spPr>
          <a:xfrm rot="900000">
            <a:off x="-3313289" y="-1989331"/>
            <a:ext cx="13000057" cy="7022785"/>
          </a:xfrm>
          <a:custGeom>
            <a:avLst/>
            <a:gdLst>
              <a:gd name="csX0" fmla="*/ 1213603 w 13000057"/>
              <a:gd name="csY0" fmla="*/ 893944 h 7022785"/>
              <a:gd name="csX1" fmla="*/ 13000057 w 13000057"/>
              <a:gd name="csY1" fmla="*/ 0 h 7022785"/>
              <a:gd name="csX2" fmla="*/ 13000057 w 13000057"/>
              <a:gd name="csY2" fmla="*/ 7022785 h 7022785"/>
              <a:gd name="csX3" fmla="*/ 0 w 13000057"/>
              <a:gd name="csY3" fmla="*/ 7022785 h 7022785"/>
              <a:gd name="csX4" fmla="*/ 1213603 w 13000057"/>
              <a:gd name="csY4" fmla="*/ 893944 h 7022785"/>
            </a:gdLst>
            <a:ahLst/>
            <a:cxnLst>
              <a:cxn ang="0">
                <a:pos x="csX0" y="csY0"/>
              </a:cxn>
              <a:cxn ang="0">
                <a:pos x="csX1" y="csY1"/>
              </a:cxn>
              <a:cxn ang="0">
                <a:pos x="csX2" y="csY2"/>
              </a:cxn>
              <a:cxn ang="0">
                <a:pos x="csX3" y="csY3"/>
              </a:cxn>
              <a:cxn ang="0">
                <a:pos x="csX4" y="csY4"/>
              </a:cxn>
            </a:cxnLst>
            <a:rect l="l" t="t" r="r" b="b"/>
            <a:pathLst>
              <a:path w="13000057" h="7022785">
                <a:moveTo>
                  <a:pt x="1213603" y="893944"/>
                </a:moveTo>
                <a:lnTo>
                  <a:pt x="13000057" y="0"/>
                </a:lnTo>
                <a:lnTo>
                  <a:pt x="13000057" y="7022785"/>
                </a:lnTo>
                <a:lnTo>
                  <a:pt x="0" y="7022785"/>
                </a:lnTo>
                <a:lnTo>
                  <a:pt x="1213603" y="893944"/>
                </a:lnTo>
                <a:close/>
              </a:path>
            </a:pathLst>
          </a:custGeom>
          <a:solidFill>
            <a:srgbClr val="F0FF2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 name="日付プレースホルダー 3">
            <a:extLst>
              <a:ext uri="{FF2B5EF4-FFF2-40B4-BE49-F238E27FC236}">
                <a16:creationId xmlns:a16="http://schemas.microsoft.com/office/drawing/2014/main" id="{8726B484-49B2-710E-8E89-CF96C24CD7DF}"/>
              </a:ext>
            </a:extLst>
          </p:cNvPr>
          <p:cNvSpPr>
            <a:spLocks noGrp="1"/>
          </p:cNvSpPr>
          <p:nvPr>
            <p:ph type="dt" sz="half" idx="10"/>
          </p:nvPr>
        </p:nvSpPr>
        <p:spPr>
          <a:xfrm>
            <a:off x="838200" y="6356350"/>
            <a:ext cx="2743200" cy="365125"/>
          </a:xfrm>
          <a:prstGeom prst="rect">
            <a:avLst/>
          </a:prstGeom>
        </p:spPr>
        <p:txBody>
          <a:bodyPr/>
          <a:lstStyle/>
          <a:p>
            <a:fld id="{CC70C3D0-6242-4CFE-942D-D750F6F8EC04}" type="datetimeFigureOut">
              <a:rPr kumimoji="1" lang="ja-JP" altLang="en-US" smtClean="0"/>
              <a:t>2026/9/4</a:t>
            </a:fld>
            <a:endParaRPr kumimoji="1" lang="ja-JP" altLang="en-US"/>
          </a:p>
        </p:txBody>
      </p:sp>
      <p:sp>
        <p:nvSpPr>
          <p:cNvPr id="5" name="フッター プレースホルダー 4">
            <a:extLst>
              <a:ext uri="{FF2B5EF4-FFF2-40B4-BE49-F238E27FC236}">
                <a16:creationId xmlns:a16="http://schemas.microsoft.com/office/drawing/2014/main" id="{535BB3EC-1A6D-3C0A-54D5-563FBA681ECF}"/>
              </a:ext>
            </a:extLst>
          </p:cNvPr>
          <p:cNvSpPr>
            <a:spLocks noGrp="1"/>
          </p:cNvSpPr>
          <p:nvPr>
            <p:ph type="ftr" sz="quarter" idx="11"/>
          </p:nvPr>
        </p:nvSpPr>
        <p:spPr>
          <a:xfrm>
            <a:off x="4038600" y="6356350"/>
            <a:ext cx="4114800" cy="365125"/>
          </a:xfrm>
          <a:prstGeom prst="rect">
            <a:avLst/>
          </a:prstGeom>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5823E92-C550-B6FF-C22E-CC9AD8930FE0}"/>
              </a:ext>
            </a:extLst>
          </p:cNvPr>
          <p:cNvSpPr>
            <a:spLocks noGrp="1"/>
          </p:cNvSpPr>
          <p:nvPr>
            <p:ph type="sldNum" sz="quarter" idx="12"/>
          </p:nvPr>
        </p:nvSpPr>
        <p:spPr>
          <a:xfrm>
            <a:off x="8610600" y="6356350"/>
            <a:ext cx="2493433" cy="365125"/>
          </a:xfrm>
          <a:prstGeom prst="rect">
            <a:avLst/>
          </a:prstGeom>
        </p:spPr>
        <p:txBody>
          <a:bodyPr/>
          <a:lstStyle/>
          <a:p>
            <a:fld id="{E60B647C-0AEB-4EA6-ACE7-F344A6361E02}" type="slidenum">
              <a:rPr kumimoji="1" lang="ja-JP" altLang="en-US" smtClean="0"/>
              <a:t>‹#›</a:t>
            </a:fld>
            <a:endParaRPr kumimoji="1" lang="ja-JP" altLang="en-US"/>
          </a:p>
        </p:txBody>
      </p:sp>
      <p:sp>
        <p:nvSpPr>
          <p:cNvPr id="10" name="タイトル 9">
            <a:extLst>
              <a:ext uri="{FF2B5EF4-FFF2-40B4-BE49-F238E27FC236}">
                <a16:creationId xmlns:a16="http://schemas.microsoft.com/office/drawing/2014/main" id="{1B8FEAD2-6728-6C5C-077D-26AC9E213414}"/>
              </a:ext>
            </a:extLst>
          </p:cNvPr>
          <p:cNvSpPr>
            <a:spLocks noGrp="1"/>
          </p:cNvSpPr>
          <p:nvPr>
            <p:ph type="title"/>
          </p:nvPr>
        </p:nvSpPr>
        <p:spPr>
          <a:xfrm>
            <a:off x="838200" y="365125"/>
            <a:ext cx="10515600" cy="1325563"/>
          </a:xfrm>
          <a:prstGeom prst="rect">
            <a:avLst/>
          </a:prstGeom>
        </p:spPr>
        <p:txBody>
          <a:bodyPr/>
          <a:lstStyle/>
          <a:p>
            <a:r>
              <a:rPr kumimoji="1" lang="ja-JP" altLang="en-US"/>
              <a:t>マスター タイトルの書式設定</a:t>
            </a:r>
          </a:p>
        </p:txBody>
      </p:sp>
      <p:sp>
        <p:nvSpPr>
          <p:cNvPr id="14" name="フッター プレースホルダー 4">
            <a:extLst>
              <a:ext uri="{FF2B5EF4-FFF2-40B4-BE49-F238E27FC236}">
                <a16:creationId xmlns:a16="http://schemas.microsoft.com/office/drawing/2014/main" id="{AA0298DB-CDFB-8A6C-FB51-8A796C8F3489}"/>
              </a:ext>
            </a:extLst>
          </p:cNvPr>
          <p:cNvSpPr txBox="1">
            <a:spLocks/>
          </p:cNvSpPr>
          <p:nvPr userDrawn="1"/>
        </p:nvSpPr>
        <p:spPr>
          <a:xfrm>
            <a:off x="11064732" y="6642000"/>
            <a:ext cx="1127267" cy="216000"/>
          </a:xfrm>
          <a:prstGeom prst="rect">
            <a:avLst/>
          </a:prstGeom>
          <a:solidFill>
            <a:srgbClr val="000000"/>
          </a:solidFill>
        </p:spPr>
        <p:txBody>
          <a:bodyPr vert="horz" lIns="91440" tIns="45720" rIns="91440" bIns="45720" rtlCol="0" anchor="ctr"/>
          <a:lstStyle>
            <a:defPPr>
              <a:defRPr lang="ja-JP"/>
            </a:defPPr>
            <a:lvl1pPr marL="0" algn="ctr" defTabSz="914400" rtl="0" eaLnBrk="1" latinLnBrk="0" hangingPunct="1">
              <a:defRPr kumimoji="1" sz="1300" b="0" kern="1200">
                <a:solidFill>
                  <a:srgbClr val="33FF00"/>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dirty="0"/>
              <a:t>TLP:GREEN</a:t>
            </a:r>
            <a:endParaRPr lang="ja-JP" altLang="en-US" dirty="0"/>
          </a:p>
        </p:txBody>
      </p:sp>
    </p:spTree>
    <p:extLst>
      <p:ext uri="{BB962C8B-B14F-4D97-AF65-F5344CB8AC3E}">
        <p14:creationId xmlns:p14="http://schemas.microsoft.com/office/powerpoint/2010/main" val="187367300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FBFE3DB-E04C-97C0-3A04-7B43127413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D4CC378D-9B85-72B0-3D4C-AC5F820F66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CEF6D8EA-2BC2-D71C-119E-38D2A68D0A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C70C3D0-6242-4CFE-942D-D750F6F8EC04}" type="datetimeFigureOut">
              <a:rPr kumimoji="1" lang="ja-JP" altLang="en-US" smtClean="0"/>
              <a:t>2026/9/4</a:t>
            </a:fld>
            <a:endParaRPr kumimoji="1" lang="ja-JP" altLang="en-US"/>
          </a:p>
        </p:txBody>
      </p:sp>
      <p:sp>
        <p:nvSpPr>
          <p:cNvPr id="5" name="フッター プレースホルダー 4">
            <a:extLst>
              <a:ext uri="{FF2B5EF4-FFF2-40B4-BE49-F238E27FC236}">
                <a16:creationId xmlns:a16="http://schemas.microsoft.com/office/drawing/2014/main" id="{AF9A3FE6-5501-DF48-7B69-F6B0E69401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C32C9BD6-B66B-D437-6EA6-FF7A779C53E5}"/>
              </a:ext>
            </a:extLst>
          </p:cNvPr>
          <p:cNvSpPr>
            <a:spLocks noGrp="1"/>
          </p:cNvSpPr>
          <p:nvPr>
            <p:ph type="sldNum" sz="quarter" idx="4"/>
          </p:nvPr>
        </p:nvSpPr>
        <p:spPr>
          <a:xfrm>
            <a:off x="8610600" y="6356350"/>
            <a:ext cx="2493433"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0B647C-0AEB-4EA6-ACE7-F344A6361E02}" type="slidenum">
              <a:rPr kumimoji="1" lang="ja-JP" altLang="en-US" smtClean="0"/>
              <a:t>‹#›</a:t>
            </a:fld>
            <a:endParaRPr kumimoji="1" lang="ja-JP" altLang="en-US"/>
          </a:p>
        </p:txBody>
      </p:sp>
      <p:sp>
        <p:nvSpPr>
          <p:cNvPr id="12" name="フッター プレースホルダー 4">
            <a:extLst>
              <a:ext uri="{FF2B5EF4-FFF2-40B4-BE49-F238E27FC236}">
                <a16:creationId xmlns:a16="http://schemas.microsoft.com/office/drawing/2014/main" id="{F5696EFB-B781-C583-62EF-37C4B2CFE472}"/>
              </a:ext>
            </a:extLst>
          </p:cNvPr>
          <p:cNvSpPr txBox="1">
            <a:spLocks/>
          </p:cNvSpPr>
          <p:nvPr userDrawn="1"/>
        </p:nvSpPr>
        <p:spPr>
          <a:xfrm>
            <a:off x="11064732" y="6642000"/>
            <a:ext cx="1127267" cy="216000"/>
          </a:xfrm>
          <a:prstGeom prst="rect">
            <a:avLst/>
          </a:prstGeom>
          <a:solidFill>
            <a:srgbClr val="000000"/>
          </a:solidFill>
        </p:spPr>
        <p:txBody>
          <a:bodyPr vert="horz" lIns="91440" tIns="45720" rIns="91440" bIns="45720" rtlCol="0" anchor="ctr"/>
          <a:lstStyle>
            <a:defPPr>
              <a:defRPr lang="ja-JP"/>
            </a:defPPr>
            <a:lvl1pPr marL="0" algn="ctr" defTabSz="914400" rtl="0" eaLnBrk="1" latinLnBrk="0" hangingPunct="1">
              <a:defRPr kumimoji="1" sz="1300" b="0" kern="1200">
                <a:solidFill>
                  <a:srgbClr val="33FF00"/>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dirty="0"/>
              <a:t>TLP:GREEN</a:t>
            </a:r>
            <a:endParaRPr lang="ja-JP" altLang="en-US" dirty="0"/>
          </a:p>
        </p:txBody>
      </p:sp>
      <p:sp>
        <p:nvSpPr>
          <p:cNvPr id="13" name="フッター プレースホルダー 4">
            <a:extLst>
              <a:ext uri="{FF2B5EF4-FFF2-40B4-BE49-F238E27FC236}">
                <a16:creationId xmlns:a16="http://schemas.microsoft.com/office/drawing/2014/main" id="{4B4B7DD3-448D-A928-3F8F-ED251CAE5CC3}"/>
              </a:ext>
            </a:extLst>
          </p:cNvPr>
          <p:cNvSpPr txBox="1">
            <a:spLocks/>
          </p:cNvSpPr>
          <p:nvPr userDrawn="1"/>
        </p:nvSpPr>
        <p:spPr>
          <a:xfrm>
            <a:off x="11064733" y="12600"/>
            <a:ext cx="1127267" cy="216000"/>
          </a:xfrm>
          <a:prstGeom prst="rect">
            <a:avLst/>
          </a:prstGeom>
          <a:solidFill>
            <a:srgbClr val="000000"/>
          </a:solidFill>
        </p:spPr>
        <p:txBody>
          <a:bodyPr vert="horz" lIns="91440" tIns="45720" rIns="91440" bIns="45720" rtlCol="0" anchor="ctr"/>
          <a:lstStyle>
            <a:defPPr>
              <a:defRPr lang="ja-JP"/>
            </a:defPPr>
            <a:lvl1pPr marL="0" algn="ctr" defTabSz="914400" rtl="0" eaLnBrk="1" latinLnBrk="0" hangingPunct="1">
              <a:defRPr kumimoji="1" sz="1300" b="0" kern="1200">
                <a:solidFill>
                  <a:srgbClr val="33FF00"/>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dirty="0">
                <a:solidFill>
                  <a:srgbClr val="33FF00"/>
                </a:solidFill>
              </a:rPr>
              <a:t>TLP:GREEN</a:t>
            </a:r>
            <a:endParaRPr lang="ja-JP" altLang="en-US" dirty="0">
              <a:solidFill>
                <a:srgbClr val="33FF00"/>
              </a:solidFill>
            </a:endParaRPr>
          </a:p>
        </p:txBody>
      </p:sp>
      <p:sp>
        <p:nvSpPr>
          <p:cNvPr id="7" name="タイトル 1">
            <a:extLst>
              <a:ext uri="{FF2B5EF4-FFF2-40B4-BE49-F238E27FC236}">
                <a16:creationId xmlns:a16="http://schemas.microsoft.com/office/drawing/2014/main" id="{9FF4A4B8-39D1-A9DC-11B2-043E35B1A45C}"/>
              </a:ext>
            </a:extLst>
          </p:cNvPr>
          <p:cNvSpPr txBox="1">
            <a:spLocks/>
          </p:cNvSpPr>
          <p:nvPr userDrawn="1"/>
        </p:nvSpPr>
        <p:spPr>
          <a:xfrm>
            <a:off x="990600" y="517525"/>
            <a:ext cx="10515600" cy="1325563"/>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a:t>マスター タイトルの書式設定</a:t>
            </a:r>
          </a:p>
        </p:txBody>
      </p:sp>
    </p:spTree>
    <p:extLst>
      <p:ext uri="{BB962C8B-B14F-4D97-AF65-F5344CB8AC3E}">
        <p14:creationId xmlns:p14="http://schemas.microsoft.com/office/powerpoint/2010/main" val="379929856"/>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9" name="コンテンツ プレースホルダー 2">
            <a:extLst>
              <a:ext uri="{FF2B5EF4-FFF2-40B4-BE49-F238E27FC236}">
                <a16:creationId xmlns:a16="http://schemas.microsoft.com/office/drawing/2014/main" id="{7DDF06C0-601A-3646-E51A-66DFABEE248D}"/>
              </a:ext>
            </a:extLst>
          </p:cNvPr>
          <p:cNvSpPr txBox="1">
            <a:spLocks/>
          </p:cNvSpPr>
          <p:nvPr userDrawn="1"/>
        </p:nvSpPr>
        <p:spPr>
          <a:xfrm>
            <a:off x="-494575" y="1022350"/>
            <a:ext cx="13473975" cy="4813299"/>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r>
              <a:rPr lang="en-US" altLang="ja-JP" dirty="0" err="1">
                <a:solidFill>
                  <a:schemeClr val="bg1">
                    <a:alpha val="25000"/>
                  </a:schemeClr>
                </a:solidFill>
                <a:latin typeface="BIZ UDゴシック" panose="020B0400000000000000" pitchFamily="49" charset="-128"/>
                <a:ea typeface="BIZ UDゴシック" panose="020B0400000000000000" pitchFamily="49" charset="-128"/>
              </a:rPr>
              <a:t>eval$s</a:t>
            </a:r>
            <a:r>
              <a:rPr lang="en-US" altLang="ja-JP" dirty="0">
                <a:solidFill>
                  <a:schemeClr val="bg1">
                    <a:alpha val="25000"/>
                  </a:schemeClr>
                </a:solidFill>
                <a:latin typeface="BIZ UDゴシック" panose="020B0400000000000000" pitchFamily="49" charset="-128"/>
                <a:ea typeface="BIZ UDゴシック" panose="020B0400000000000000" pitchFamily="49" charset="-128"/>
              </a:rPr>
              <a:t>=                  </a:t>
            </a:r>
          </a:p>
          <a:p>
            <a:pPr marL="0" indent="0">
              <a:buFont typeface="Arial" panose="020B0604020202020204" pitchFamily="34" charset="0"/>
              <a:buNone/>
            </a:pPr>
            <a:r>
              <a:rPr lang="en-US" altLang="ja-JP" dirty="0">
                <a:solidFill>
                  <a:schemeClr val="bg1">
                    <a:alpha val="25000"/>
                  </a:schemeClr>
                </a:solidFill>
                <a:latin typeface="BIZ UDゴシック" panose="020B0400000000000000" pitchFamily="49" charset="-128"/>
                <a:ea typeface="BIZ UDゴシック" panose="020B0400000000000000" pitchFamily="49" charset="-128"/>
              </a:rPr>
              <a:t>     %w(e="e        </a:t>
            </a:r>
            <a:r>
              <a:rPr lang="en-US" altLang="ja-JP" dirty="0" err="1">
                <a:solidFill>
                  <a:schemeClr val="bg1">
                    <a:alpha val="25000"/>
                  </a:schemeClr>
                </a:solidFill>
                <a:latin typeface="BIZ UDゴシック" panose="020B0400000000000000" pitchFamily="49" charset="-128"/>
                <a:ea typeface="BIZ UDゴシック" panose="020B0400000000000000" pitchFamily="49" charset="-128"/>
              </a:rPr>
              <a:t>val$s</a:t>
            </a:r>
            <a:r>
              <a:rPr lang="en-US" altLang="ja-JP" dirty="0">
                <a:solidFill>
                  <a:schemeClr val="bg1">
                    <a:alpha val="25000"/>
                  </a:schemeClr>
                </a:solidFill>
                <a:latin typeface="BIZ UDゴシック" panose="020B0400000000000000" pitchFamily="49" charset="-128"/>
                <a:ea typeface="BIZ UDゴシック" panose="020B0400000000000000" pitchFamily="49" charset="-128"/>
              </a:rPr>
              <a:t>=%                          w("+$s+")*''       ";a=0;"                  </a:t>
            </a:r>
          </a:p>
          <a:p>
            <a:pPr marL="0" indent="0">
              <a:buFont typeface="Arial" panose="020B0604020202020204" pitchFamily="34" charset="0"/>
              <a:buNone/>
            </a:pPr>
            <a:r>
              <a:rPr lang="en-US" altLang="ja-JP" dirty="0">
                <a:solidFill>
                  <a:schemeClr val="bg1">
                    <a:alpha val="25000"/>
                  </a:schemeClr>
                </a:solidFill>
                <a:latin typeface="BIZ UDゴシック" panose="020B0400000000000000" pitchFamily="49" charset="-128"/>
                <a:ea typeface="BIZ UDゴシック" panose="020B0400000000000000" pitchFamily="49" charset="-128"/>
              </a:rPr>
              <a:t>    &gt;</a:t>
            </a:r>
            <a:r>
              <a:rPr lang="en-US" altLang="ja-JP" dirty="0" err="1">
                <a:solidFill>
                  <a:schemeClr val="bg1">
                    <a:alpha val="25000"/>
                  </a:schemeClr>
                </a:solidFill>
                <a:latin typeface="BIZ UDゴシック" panose="020B0400000000000000" pitchFamily="49" charset="-128"/>
                <a:ea typeface="BIZ UDゴシック" panose="020B0400000000000000" pitchFamily="49" charset="-128"/>
              </a:rPr>
              <a:t>KIZOaz</a:t>
            </a:r>
            <a:r>
              <a:rPr lang="en-US" altLang="ja-JP" dirty="0">
                <a:solidFill>
                  <a:schemeClr val="bg1">
                    <a:alpha val="25000"/>
                  </a:schemeClr>
                </a:solidFill>
                <a:latin typeface="BIZ UDゴシック" panose="020B0400000000000000" pitchFamily="49" charset="-128"/>
                <a:ea typeface="BIZ UDゴシック" panose="020B0400000000000000" pitchFamily="49" charset="-128"/>
              </a:rPr>
              <a:t>((      *EHO1M&lt;                        </a:t>
            </a:r>
            <a:r>
              <a:rPr lang="en-US" altLang="ja-JP" dirty="0" err="1">
                <a:solidFill>
                  <a:schemeClr val="bg1">
                    <a:alpha val="25000"/>
                  </a:schemeClr>
                </a:solidFill>
                <a:latin typeface="BIZ UDゴシック" panose="020B0400000000000000" pitchFamily="49" charset="-128"/>
                <a:ea typeface="BIZ UDゴシック" panose="020B0400000000000000" pitchFamily="49" charset="-128"/>
              </a:rPr>
              <a:t>nz</a:t>
            </a:r>
            <a:r>
              <a:rPr lang="en-US" altLang="ja-JP" dirty="0">
                <a:solidFill>
                  <a:schemeClr val="bg1">
                    <a:alpha val="25000"/>
                  </a:schemeClr>
                </a:solidFill>
                <a:latin typeface="BIZ UDゴシック" panose="020B0400000000000000" pitchFamily="49" charset="-128"/>
                <a:ea typeface="BIZ UDゴシック" panose="020B0400000000000000" pitchFamily="49" charset="-128"/>
              </a:rPr>
              <a:t>[MPb.~qirzBv0n'q    </a:t>
            </a:r>
            <a:r>
              <a:rPr lang="en-US" altLang="ja-JP" dirty="0" err="1">
                <a:solidFill>
                  <a:schemeClr val="bg1">
                    <a:alpha val="25000"/>
                  </a:schemeClr>
                </a:solidFill>
                <a:latin typeface="BIZ UDゴシック" panose="020B0400000000000000" pitchFamily="49" charset="-128"/>
                <a:ea typeface="BIZ UDゴシック" panose="020B0400000000000000" pitchFamily="49" charset="-128"/>
              </a:rPr>
              <a:t>T;lIup</a:t>
            </a:r>
            <a:r>
              <a:rPr lang="en-US" altLang="ja-JP" dirty="0">
                <a:solidFill>
                  <a:schemeClr val="bg1">
                    <a:alpha val="25000"/>
                  </a:schemeClr>
                </a:solidFill>
                <a:latin typeface="BIZ UDゴシック" panose="020B0400000000000000" pitchFamily="49" charset="-128"/>
                <a:ea typeface="BIZ UDゴシック" panose="020B0400000000000000" pitchFamily="49" charset="-128"/>
              </a:rPr>
              <a:t>                  </a:t>
            </a:r>
          </a:p>
          <a:p>
            <a:pPr marL="0" indent="0">
              <a:buFont typeface="Arial" panose="020B0604020202020204" pitchFamily="34" charset="0"/>
              <a:buNone/>
            </a:pPr>
            <a:r>
              <a:rPr lang="en-US" altLang="ja-JP" dirty="0">
                <a:solidFill>
                  <a:schemeClr val="bg1">
                    <a:alpha val="25000"/>
                  </a:schemeClr>
                </a:solidFill>
                <a:latin typeface="BIZ UDゴシック" panose="020B0400000000000000" pitchFamily="49" charset="-128"/>
                <a:ea typeface="BIZ UDゴシック" panose="020B0400000000000000" pitchFamily="49" charset="-128"/>
              </a:rPr>
              <a:t>    oz6kZqF3{G     </a:t>
            </a:r>
            <a:r>
              <a:rPr lang="en-US" altLang="ja-JP" dirty="0" err="1">
                <a:solidFill>
                  <a:schemeClr val="bg1">
                    <a:alpha val="25000"/>
                  </a:schemeClr>
                </a:solidFill>
                <a:latin typeface="BIZ UDゴシック" panose="020B0400000000000000" pitchFamily="49" charset="-128"/>
                <a:ea typeface="BIZ UDゴシック" panose="020B0400000000000000" pitchFamily="49" charset="-128"/>
              </a:rPr>
              <a:t>pD+PSaA</a:t>
            </a:r>
            <a:r>
              <a:rPr lang="en-US" altLang="ja-JP" dirty="0">
                <a:solidFill>
                  <a:schemeClr val="bg1">
                    <a:alpha val="25000"/>
                  </a:schemeClr>
                </a:solidFill>
                <a:latin typeface="BIZ UDゴシック" panose="020B0400000000000000" pitchFamily="49" charset="-128"/>
                <a:ea typeface="BIZ UDゴシック" panose="020B0400000000000000" pitchFamily="49" charset="-128"/>
              </a:rPr>
              <a:t>   F1zJEw/,</a:t>
            </a:r>
            <a:r>
              <a:rPr lang="en-US" altLang="ja-JP" dirty="0" err="1">
                <a:solidFill>
                  <a:schemeClr val="bg1">
                    <a:alpha val="25000"/>
                  </a:schemeClr>
                </a:solidFill>
                <a:latin typeface="BIZ UDゴシック" panose="020B0400000000000000" pitchFamily="49" charset="-128"/>
                <a:ea typeface="BIZ UDゴシック" panose="020B0400000000000000" pitchFamily="49" charset="-128"/>
              </a:rPr>
              <a:t>kBa</a:t>
            </a:r>
            <a:r>
              <a:rPr lang="en-US" altLang="ja-JP" dirty="0">
                <a:solidFill>
                  <a:schemeClr val="bg1">
                    <a:alpha val="25000"/>
                  </a:schemeClr>
                </a:solidFill>
                <a:latin typeface="BIZ UDゴシック" panose="020B0400000000000000" pitchFamily="49" charset="-128"/>
                <a:ea typeface="BIZ UDゴシック" panose="020B0400000000000000" pitchFamily="49" charset="-128"/>
              </a:rPr>
              <a:t>&gt;3f     H_/D7+pAYH'O&gt;</a:t>
            </a:r>
            <a:r>
              <a:rPr lang="en-US" altLang="ja-JP" dirty="0" err="1">
                <a:solidFill>
                  <a:schemeClr val="bg1">
                    <a:alpha val="25000"/>
                  </a:schemeClr>
                </a:solidFill>
                <a:latin typeface="BIZ UDゴシック" panose="020B0400000000000000" pitchFamily="49" charset="-128"/>
                <a:ea typeface="BIZ UDゴシック" panose="020B0400000000000000" pitchFamily="49" charset="-128"/>
              </a:rPr>
              <a:t>NQ$g</a:t>
            </a:r>
            <a:r>
              <a:rPr lang="en-US" altLang="ja-JP" dirty="0">
                <a:solidFill>
                  <a:schemeClr val="bg1">
                    <a:alpha val="25000"/>
                  </a:schemeClr>
                </a:solidFill>
                <a:latin typeface="BIZ UDゴシック" panose="020B0400000000000000" pitchFamily="49" charset="-128"/>
                <a:ea typeface="BIZ UDゴシック" panose="020B0400000000000000" pitchFamily="49" charset="-128"/>
              </a:rPr>
              <a:t>=JH6   E=</a:t>
            </a:r>
            <a:r>
              <a:rPr lang="en-US" altLang="ja-JP" dirty="0" err="1">
                <a:solidFill>
                  <a:schemeClr val="bg1">
                    <a:alpha val="25000"/>
                  </a:schemeClr>
                </a:solidFill>
                <a:latin typeface="BIZ UDゴシック" panose="020B0400000000000000" pitchFamily="49" charset="-128"/>
                <a:ea typeface="BIZ UDゴシック" panose="020B0400000000000000" pitchFamily="49" charset="-128"/>
              </a:rPr>
              <a:t>C|Di</a:t>
            </a:r>
            <a:r>
              <a:rPr lang="en-US" altLang="ja-JP" dirty="0">
                <a:solidFill>
                  <a:schemeClr val="bg1">
                    <a:alpha val="25000"/>
                  </a:schemeClr>
                </a:solidFill>
                <a:latin typeface="BIZ UDゴシック" panose="020B0400000000000000" pitchFamily="49" charset="-128"/>
                <a:ea typeface="BIZ UDゴシック" panose="020B0400000000000000" pitchFamily="49" charset="-128"/>
              </a:rPr>
              <a:t>                 </a:t>
            </a:r>
          </a:p>
          <a:p>
            <a:pPr marL="0" indent="0">
              <a:buFont typeface="Arial" panose="020B0604020202020204" pitchFamily="34" charset="0"/>
              <a:buNone/>
            </a:pPr>
            <a:r>
              <a:rPr lang="en-US" altLang="ja-JP" dirty="0">
                <a:solidFill>
                  <a:schemeClr val="bg1">
                    <a:alpha val="25000"/>
                  </a:schemeClr>
                </a:solidFill>
                <a:latin typeface="BIZ UDゴシック" panose="020B0400000000000000" pitchFamily="49" charset="-128"/>
                <a:ea typeface="BIZ UDゴシック" panose="020B0400000000000000" pitchFamily="49" charset="-128"/>
              </a:rPr>
              <a:t>   &amp;~&lt;2lBiHLV=r   </a:t>
            </a:r>
            <a:r>
              <a:rPr lang="en-US" altLang="ja-JP" dirty="0" err="1">
                <a:solidFill>
                  <a:schemeClr val="bg1">
                    <a:alpha val="25000"/>
                  </a:schemeClr>
                </a:solidFill>
                <a:latin typeface="BIZ UDゴシック" panose="020B0400000000000000" pitchFamily="49" charset="-128"/>
                <a:ea typeface="BIZ UDゴシック" panose="020B0400000000000000" pitchFamily="49" charset="-128"/>
              </a:rPr>
              <a:t>k+KjOcz</a:t>
            </a:r>
            <a:r>
              <a:rPr lang="en-US" altLang="ja-JP" dirty="0">
                <a:solidFill>
                  <a:schemeClr val="bg1">
                    <a:alpha val="25000"/>
                  </a:schemeClr>
                </a:solidFill>
                <a:latin typeface="BIZ UDゴシック" panose="020B0400000000000000" pitchFamily="49" charset="-128"/>
                <a:ea typeface="BIZ UDゴシック" panose="020B0400000000000000" pitchFamily="49" charset="-128"/>
              </a:rPr>
              <a:t>  )Bb~qVa1X)G2`[tb,&amp;  ".bytes         {a=a*9  1+_1%9                 </a:t>
            </a:r>
          </a:p>
          <a:p>
            <a:pPr marL="0" indent="0">
              <a:buFont typeface="Arial" panose="020B0604020202020204" pitchFamily="34" charset="0"/>
              <a:buNone/>
            </a:pPr>
            <a:r>
              <a:rPr lang="en-US" altLang="ja-JP" dirty="0">
                <a:solidFill>
                  <a:schemeClr val="bg1">
                    <a:alpha val="25000"/>
                  </a:schemeClr>
                </a:solidFill>
                <a:latin typeface="BIZ UDゴシック" panose="020B0400000000000000" pitchFamily="49" charset="-128"/>
                <a:ea typeface="BIZ UDゴシック" panose="020B0400000000000000" pitchFamily="49" charset="-128"/>
              </a:rPr>
              <a:t>   2-1};$ &gt;&lt;&lt;"\e  [2J";d=             (1..7). map{"\e                  [3#{_1                </a:t>
            </a:r>
          </a:p>
          <a:p>
            <a:pPr marL="0" indent="0">
              <a:buFont typeface="Arial" panose="020B0604020202020204" pitchFamily="34" charset="0"/>
              <a:buNone/>
            </a:pPr>
            <a:r>
              <a:rPr lang="en-US" altLang="ja-JP" dirty="0">
                <a:solidFill>
                  <a:schemeClr val="bg1">
                    <a:alpha val="25000"/>
                  </a:schemeClr>
                </a:solidFill>
                <a:latin typeface="BIZ UDゴシック" panose="020B0400000000000000" pitchFamily="49" charset="-128"/>
                <a:ea typeface="BIZ UDゴシック" panose="020B0400000000000000" pitchFamily="49" charset="-128"/>
              </a:rPr>
              <a:t>  }m"};3   20.times{|</a:t>
            </a:r>
            <a:r>
              <a:rPr lang="en-US" altLang="ja-JP" dirty="0" err="1">
                <a:solidFill>
                  <a:schemeClr val="bg1">
                    <a:alpha val="25000"/>
                  </a:schemeClr>
                </a:solidFill>
                <a:latin typeface="BIZ UDゴシック" panose="020B0400000000000000" pitchFamily="49" charset="-128"/>
                <a:ea typeface="BIZ UDゴシック" panose="020B0400000000000000" pitchFamily="49" charset="-128"/>
              </a:rPr>
              <a:t>k|h</a:t>
            </a:r>
            <a:r>
              <a:rPr lang="en-US" altLang="ja-JP" dirty="0">
                <a:solidFill>
                  <a:schemeClr val="bg1">
                    <a:alpha val="25000"/>
                  </a:schemeClr>
                </a:solidFill>
                <a:latin typeface="BIZ UDゴシック" panose="020B0400000000000000" pitchFamily="49" charset="-128"/>
                <a:ea typeface="BIZ UDゴシック" panose="020B0400000000000000" pitchFamily="49" charset="-128"/>
              </a:rPr>
              <a:t>   ="\e[1;1H";b=0;(0  ...10).                 each{|                </a:t>
            </a:r>
          </a:p>
          <a:p>
            <a:pPr marL="0" indent="0">
              <a:buFont typeface="Arial" panose="020B0604020202020204" pitchFamily="34" charset="0"/>
              <a:buNone/>
            </a:pPr>
            <a:r>
              <a:rPr lang="en-US" altLang="ja-JP" dirty="0">
                <a:solidFill>
                  <a:schemeClr val="bg1">
                    <a:alpha val="25000"/>
                  </a:schemeClr>
                </a:solidFill>
                <a:latin typeface="BIZ UDゴシック" panose="020B0400000000000000" pitchFamily="49" charset="-128"/>
                <a:ea typeface="BIZ UDゴシック" panose="020B0400000000000000" pitchFamily="49" charset="-128"/>
              </a:rPr>
              <a:t>  </a:t>
            </a:r>
            <a:r>
              <a:rPr lang="en-US" altLang="ja-JP" dirty="0" err="1">
                <a:solidFill>
                  <a:schemeClr val="bg1">
                    <a:alpha val="25000"/>
                  </a:schemeClr>
                </a:solidFill>
                <a:latin typeface="BIZ UDゴシック" panose="020B0400000000000000" pitchFamily="49" charset="-128"/>
                <a:ea typeface="BIZ UDゴシック" panose="020B0400000000000000" pitchFamily="49" charset="-128"/>
              </a:rPr>
              <a:t>v|h</a:t>
            </a:r>
            <a:r>
              <a:rPr lang="en-US" altLang="ja-JP" dirty="0">
                <a:solidFill>
                  <a:schemeClr val="bg1">
                    <a:alpha val="25000"/>
                  </a:schemeClr>
                </a:solidFill>
                <a:latin typeface="BIZ UDゴシック" panose="020B0400000000000000" pitchFamily="49" charset="-128"/>
                <a:ea typeface="BIZ UDゴシック" panose="020B0400000000000000" pitchFamily="49" charset="-128"/>
              </a:rPr>
              <a:t>&lt;&lt;3    2.chr*(Math  .sin(k      /99.0)   .abs*(10       -v));89  .time                </a:t>
            </a:r>
          </a:p>
          <a:p>
            <a:pPr marL="0" indent="0">
              <a:buFont typeface="Arial" panose="020B0604020202020204" pitchFamily="34" charset="0"/>
              <a:buNone/>
            </a:pPr>
            <a:r>
              <a:rPr lang="en-US" altLang="ja-JP" dirty="0">
                <a:solidFill>
                  <a:schemeClr val="bg1">
                    <a:alpha val="25000"/>
                  </a:schemeClr>
                </a:solidFill>
                <a:latin typeface="BIZ UDゴシック" panose="020B0400000000000000" pitchFamily="49" charset="-128"/>
                <a:ea typeface="BIZ UDゴシック" panose="020B0400000000000000" pitchFamily="49" charset="-128"/>
              </a:rPr>
              <a:t> s{h&lt;&lt;d      [k*7/320,  3].samp    </a:t>
            </a:r>
            <a:r>
              <a:rPr lang="en-US" altLang="ja-JP" dirty="0" err="1">
                <a:solidFill>
                  <a:schemeClr val="bg1">
                    <a:alpha val="25000"/>
                  </a:schemeClr>
                </a:solidFill>
                <a:latin typeface="BIZ UDゴシック" panose="020B0400000000000000" pitchFamily="49" charset="-128"/>
                <a:ea typeface="BIZ UDゴシック" panose="020B0400000000000000" pitchFamily="49" charset="-128"/>
              </a:rPr>
              <a:t>le;h</a:t>
            </a:r>
            <a:r>
              <a:rPr lang="en-US" altLang="ja-JP" dirty="0">
                <a:solidFill>
                  <a:schemeClr val="bg1">
                    <a:alpha val="25000"/>
                  </a:schemeClr>
                </a:solidFill>
                <a:latin typeface="BIZ UDゴシック" panose="020B0400000000000000" pitchFamily="49" charset="-128"/>
                <a:ea typeface="BIZ UDゴシック" panose="020B0400000000000000" pitchFamily="49" charset="-128"/>
              </a:rPr>
              <a:t>&lt;&lt;(a    [v*89+_1]==1?(c=e[b]   ;b+=1               </a:t>
            </a:r>
          </a:p>
          <a:p>
            <a:pPr marL="0" indent="0">
              <a:buFont typeface="Arial" panose="020B0604020202020204" pitchFamily="34" charset="0"/>
              <a:buNone/>
            </a:pPr>
            <a:r>
              <a:rPr lang="en-US" altLang="ja-JP" dirty="0">
                <a:solidFill>
                  <a:schemeClr val="bg1">
                    <a:alpha val="25000"/>
                  </a:schemeClr>
                </a:solidFill>
                <a:latin typeface="BIZ UDゴシック" panose="020B0400000000000000" pitchFamily="49" charset="-128"/>
                <a:ea typeface="BIZ UDゴシック" panose="020B0400000000000000" pitchFamily="49" charset="-128"/>
              </a:rPr>
              <a:t>;c):32)       };h&lt;&lt;10}   ;$&gt;&lt;&lt;h+"\e[  0m";sl    </a:t>
            </a:r>
            <a:r>
              <a:rPr lang="en-US" altLang="ja-JP" dirty="0" err="1">
                <a:solidFill>
                  <a:schemeClr val="bg1">
                    <a:alpha val="25000"/>
                  </a:schemeClr>
                </a:solidFill>
                <a:latin typeface="BIZ UDゴシック" panose="020B0400000000000000" pitchFamily="49" charset="-128"/>
                <a:ea typeface="BIZ UDゴシック" panose="020B0400000000000000" pitchFamily="49" charset="-128"/>
              </a:rPr>
              <a:t>eep</a:t>
            </a:r>
            <a:r>
              <a:rPr lang="en-US" altLang="ja-JP" dirty="0">
                <a:solidFill>
                  <a:schemeClr val="bg1">
                    <a:alpha val="25000"/>
                  </a:schemeClr>
                </a:solidFill>
                <a:latin typeface="BIZ UDゴシック" panose="020B0400000000000000" pitchFamily="49" charset="-128"/>
                <a:ea typeface="BIZ UDゴシック" panose="020B0400000000000000" pitchFamily="49" charset="-128"/>
              </a:rPr>
              <a:t>(0.01)};2001-     2023)*''</a:t>
            </a:r>
            <a:endParaRPr lang="ja-JP" altLang="en-US" dirty="0">
              <a:solidFill>
                <a:schemeClr val="bg1">
                  <a:alpha val="25000"/>
                </a:schemeClr>
              </a:solidFill>
              <a:latin typeface="BIZ UDゴシック" panose="020B0400000000000000" pitchFamily="49" charset="-128"/>
              <a:ea typeface="BIZ UDゴシック" panose="020B0400000000000000" pitchFamily="49" charset="-128"/>
            </a:endParaRPr>
          </a:p>
        </p:txBody>
      </p:sp>
      <p:sp>
        <p:nvSpPr>
          <p:cNvPr id="2" name="タイトル プレースホルダー 1">
            <a:extLst>
              <a:ext uri="{FF2B5EF4-FFF2-40B4-BE49-F238E27FC236}">
                <a16:creationId xmlns:a16="http://schemas.microsoft.com/office/drawing/2014/main" id="{6FBFE3DB-E04C-97C0-3A04-7B43127413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dirty="0"/>
              <a:t>マスター タイトルの書式設定</a:t>
            </a:r>
          </a:p>
        </p:txBody>
      </p:sp>
      <p:sp>
        <p:nvSpPr>
          <p:cNvPr id="3" name="テキスト プレースホルダー 2">
            <a:extLst>
              <a:ext uri="{FF2B5EF4-FFF2-40B4-BE49-F238E27FC236}">
                <a16:creationId xmlns:a16="http://schemas.microsoft.com/office/drawing/2014/main" id="{D4CC378D-9B85-72B0-3D4C-AC5F820F66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CEF6D8EA-2BC2-D71C-119E-38D2A68D0A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C70C3D0-6242-4CFE-942D-D750F6F8EC04}" type="datetimeFigureOut">
              <a:rPr kumimoji="1" lang="ja-JP" altLang="en-US" smtClean="0"/>
              <a:t>2026/9/4</a:t>
            </a:fld>
            <a:endParaRPr kumimoji="1" lang="ja-JP" altLang="en-US"/>
          </a:p>
        </p:txBody>
      </p:sp>
      <p:sp>
        <p:nvSpPr>
          <p:cNvPr id="5" name="フッター プレースホルダー 4">
            <a:extLst>
              <a:ext uri="{FF2B5EF4-FFF2-40B4-BE49-F238E27FC236}">
                <a16:creationId xmlns:a16="http://schemas.microsoft.com/office/drawing/2014/main" id="{AF9A3FE6-5501-DF48-7B69-F6B0E69401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C32C9BD6-B66B-D437-6EA6-FF7A779C53E5}"/>
              </a:ext>
            </a:extLst>
          </p:cNvPr>
          <p:cNvSpPr>
            <a:spLocks noGrp="1"/>
          </p:cNvSpPr>
          <p:nvPr>
            <p:ph type="sldNum" sz="quarter" idx="4"/>
          </p:nvPr>
        </p:nvSpPr>
        <p:spPr>
          <a:xfrm>
            <a:off x="8610600" y="6356350"/>
            <a:ext cx="2493433"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0B647C-0AEB-4EA6-ACE7-F344A6361E02}" type="slidenum">
              <a:rPr kumimoji="1" lang="ja-JP" altLang="en-US" smtClean="0"/>
              <a:t>‹#›</a:t>
            </a:fld>
            <a:endParaRPr kumimoji="1" lang="ja-JP" altLang="en-US"/>
          </a:p>
        </p:txBody>
      </p:sp>
      <p:sp>
        <p:nvSpPr>
          <p:cNvPr id="12" name="フッター プレースホルダー 4">
            <a:extLst>
              <a:ext uri="{FF2B5EF4-FFF2-40B4-BE49-F238E27FC236}">
                <a16:creationId xmlns:a16="http://schemas.microsoft.com/office/drawing/2014/main" id="{F5696EFB-B781-C583-62EF-37C4B2CFE472}"/>
              </a:ext>
            </a:extLst>
          </p:cNvPr>
          <p:cNvSpPr txBox="1">
            <a:spLocks/>
          </p:cNvSpPr>
          <p:nvPr userDrawn="1"/>
        </p:nvSpPr>
        <p:spPr>
          <a:xfrm>
            <a:off x="11064732" y="6642000"/>
            <a:ext cx="1127267" cy="216000"/>
          </a:xfrm>
          <a:prstGeom prst="rect">
            <a:avLst/>
          </a:prstGeom>
          <a:solidFill>
            <a:srgbClr val="000000"/>
          </a:solidFill>
        </p:spPr>
        <p:txBody>
          <a:bodyPr vert="horz" lIns="91440" tIns="45720" rIns="91440" bIns="45720" rtlCol="0" anchor="ctr"/>
          <a:lstStyle>
            <a:defPPr>
              <a:defRPr lang="ja-JP"/>
            </a:defPPr>
            <a:lvl1pPr marL="0" algn="ctr" defTabSz="914400" rtl="0" eaLnBrk="1" latinLnBrk="0" hangingPunct="1">
              <a:defRPr kumimoji="1" sz="1300" b="0" kern="1200">
                <a:solidFill>
                  <a:srgbClr val="33FF00"/>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dirty="0"/>
              <a:t>TLP:GREEN</a:t>
            </a:r>
            <a:endParaRPr lang="ja-JP" altLang="en-US" dirty="0"/>
          </a:p>
        </p:txBody>
      </p:sp>
      <p:sp>
        <p:nvSpPr>
          <p:cNvPr id="13" name="フッター プレースホルダー 4">
            <a:extLst>
              <a:ext uri="{FF2B5EF4-FFF2-40B4-BE49-F238E27FC236}">
                <a16:creationId xmlns:a16="http://schemas.microsoft.com/office/drawing/2014/main" id="{4B4B7DD3-448D-A928-3F8F-ED251CAE5CC3}"/>
              </a:ext>
            </a:extLst>
          </p:cNvPr>
          <p:cNvSpPr txBox="1">
            <a:spLocks/>
          </p:cNvSpPr>
          <p:nvPr userDrawn="1"/>
        </p:nvSpPr>
        <p:spPr>
          <a:xfrm>
            <a:off x="11064733" y="12600"/>
            <a:ext cx="1127267" cy="216000"/>
          </a:xfrm>
          <a:prstGeom prst="rect">
            <a:avLst/>
          </a:prstGeom>
          <a:solidFill>
            <a:srgbClr val="000000"/>
          </a:solidFill>
        </p:spPr>
        <p:txBody>
          <a:bodyPr vert="horz" lIns="91440" tIns="45720" rIns="91440" bIns="45720" rtlCol="0" anchor="ctr"/>
          <a:lstStyle>
            <a:defPPr>
              <a:defRPr lang="ja-JP"/>
            </a:defPPr>
            <a:lvl1pPr marL="0" algn="ctr" defTabSz="914400" rtl="0" eaLnBrk="1" latinLnBrk="0" hangingPunct="1">
              <a:defRPr kumimoji="1" sz="1300" b="0" kern="1200">
                <a:solidFill>
                  <a:srgbClr val="33FF00"/>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dirty="0">
                <a:solidFill>
                  <a:srgbClr val="33FF00"/>
                </a:solidFill>
              </a:rPr>
              <a:t>TLP:GREEN</a:t>
            </a:r>
            <a:endParaRPr lang="ja-JP" altLang="en-US" dirty="0">
              <a:solidFill>
                <a:srgbClr val="33FF00"/>
              </a:solidFill>
            </a:endParaRPr>
          </a:p>
        </p:txBody>
      </p:sp>
      <p:sp>
        <p:nvSpPr>
          <p:cNvPr id="7" name="タイトル 1">
            <a:extLst>
              <a:ext uri="{FF2B5EF4-FFF2-40B4-BE49-F238E27FC236}">
                <a16:creationId xmlns:a16="http://schemas.microsoft.com/office/drawing/2014/main" id="{9FF4A4B8-39D1-A9DC-11B2-043E35B1A45C}"/>
              </a:ext>
            </a:extLst>
          </p:cNvPr>
          <p:cNvSpPr txBox="1">
            <a:spLocks/>
          </p:cNvSpPr>
          <p:nvPr userDrawn="1"/>
        </p:nvSpPr>
        <p:spPr>
          <a:xfrm>
            <a:off x="990600" y="517525"/>
            <a:ext cx="10515600" cy="1325563"/>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a:t>マスター タイトルの書式設定</a:t>
            </a:r>
          </a:p>
        </p:txBody>
      </p:sp>
    </p:spTree>
    <p:extLst>
      <p:ext uri="{BB962C8B-B14F-4D97-AF65-F5344CB8AC3E}">
        <p14:creationId xmlns:p14="http://schemas.microsoft.com/office/powerpoint/2010/main" val="1548003685"/>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3" name="フッター プレースホルダー 4">
            <a:extLst>
              <a:ext uri="{FF2B5EF4-FFF2-40B4-BE49-F238E27FC236}">
                <a16:creationId xmlns:a16="http://schemas.microsoft.com/office/drawing/2014/main" id="{4B4B7DD3-448D-A928-3F8F-ED251CAE5CC3}"/>
              </a:ext>
            </a:extLst>
          </p:cNvPr>
          <p:cNvSpPr txBox="1">
            <a:spLocks/>
          </p:cNvSpPr>
          <p:nvPr userDrawn="1"/>
        </p:nvSpPr>
        <p:spPr>
          <a:xfrm>
            <a:off x="11064733" y="12600"/>
            <a:ext cx="1127267" cy="216000"/>
          </a:xfrm>
          <a:prstGeom prst="rect">
            <a:avLst/>
          </a:prstGeom>
          <a:solidFill>
            <a:srgbClr val="000000"/>
          </a:solidFill>
        </p:spPr>
        <p:txBody>
          <a:bodyPr vert="horz" lIns="91440" tIns="45720" rIns="91440" bIns="45720" rtlCol="0" anchor="ctr"/>
          <a:lstStyle>
            <a:defPPr>
              <a:defRPr lang="ja-JP"/>
            </a:defPPr>
            <a:lvl1pPr marL="0" algn="ctr" defTabSz="914400" rtl="0" eaLnBrk="1" latinLnBrk="0" hangingPunct="1">
              <a:defRPr kumimoji="1" sz="1300" b="0" kern="1200">
                <a:solidFill>
                  <a:srgbClr val="33FF00"/>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dirty="0">
                <a:solidFill>
                  <a:srgbClr val="33FF00"/>
                </a:solidFill>
              </a:rPr>
              <a:t>TLP:GREEN</a:t>
            </a:r>
            <a:endParaRPr lang="ja-JP" altLang="en-US" dirty="0">
              <a:solidFill>
                <a:srgbClr val="33FF00"/>
              </a:solidFill>
            </a:endParaRPr>
          </a:p>
        </p:txBody>
      </p:sp>
      <p:sp>
        <p:nvSpPr>
          <p:cNvPr id="12" name="フッター プレースホルダー 4">
            <a:extLst>
              <a:ext uri="{FF2B5EF4-FFF2-40B4-BE49-F238E27FC236}">
                <a16:creationId xmlns:a16="http://schemas.microsoft.com/office/drawing/2014/main" id="{F5696EFB-B781-C583-62EF-37C4B2CFE472}"/>
              </a:ext>
            </a:extLst>
          </p:cNvPr>
          <p:cNvSpPr txBox="1">
            <a:spLocks/>
          </p:cNvSpPr>
          <p:nvPr userDrawn="1"/>
        </p:nvSpPr>
        <p:spPr>
          <a:xfrm>
            <a:off x="11064732" y="6642000"/>
            <a:ext cx="1127267" cy="216000"/>
          </a:xfrm>
          <a:prstGeom prst="rect">
            <a:avLst/>
          </a:prstGeom>
          <a:solidFill>
            <a:srgbClr val="000000"/>
          </a:solidFill>
        </p:spPr>
        <p:txBody>
          <a:bodyPr vert="horz" lIns="91440" tIns="45720" rIns="91440" bIns="45720" rtlCol="0" anchor="ctr"/>
          <a:lstStyle>
            <a:defPPr>
              <a:defRPr lang="ja-JP"/>
            </a:defPPr>
            <a:lvl1pPr marL="0" algn="ctr" defTabSz="914400" rtl="0" eaLnBrk="1" latinLnBrk="0" hangingPunct="1">
              <a:defRPr kumimoji="1" sz="1300" b="0" kern="1200">
                <a:solidFill>
                  <a:srgbClr val="33FF00"/>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dirty="0"/>
              <a:t>TLP:GREEN</a:t>
            </a:r>
            <a:endParaRPr lang="ja-JP" altLang="en-US" dirty="0"/>
          </a:p>
        </p:txBody>
      </p:sp>
    </p:spTree>
    <p:extLst>
      <p:ext uri="{BB962C8B-B14F-4D97-AF65-F5344CB8AC3E}">
        <p14:creationId xmlns:p14="http://schemas.microsoft.com/office/powerpoint/2010/main" val="4088687124"/>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57E9EF38-212B-A2B4-638D-D814004310D5}"/>
              </a:ext>
            </a:extLst>
          </p:cNvPr>
          <p:cNvSpPr txBox="1">
            <a:spLocks/>
          </p:cNvSpPr>
          <p:nvPr/>
        </p:nvSpPr>
        <p:spPr>
          <a:xfrm>
            <a:off x="2628900" y="1086351"/>
            <a:ext cx="9563100" cy="3390644"/>
          </a:xfrm>
          <a:prstGeom prst="rect">
            <a:avLst/>
          </a:prstGeom>
        </p:spPr>
        <p:txBody>
          <a:bodyPr anchor="t">
            <a:normAutofit fontScale="975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8000" b="1" dirty="0">
                <a:latin typeface="HGPｺﾞｼｯｸE" panose="020B0900000000000000" pitchFamily="50" charset="-128"/>
                <a:ea typeface="HGPｺﾞｼｯｸE" panose="020B0900000000000000" pitchFamily="50" charset="-128"/>
              </a:rPr>
              <a:t>チーム</a:t>
            </a:r>
            <a:r>
              <a:rPr lang="en-US" altLang="ja-JP" sz="8000" b="1" dirty="0">
                <a:latin typeface="HGPｺﾞｼｯｸE" panose="020B0900000000000000" pitchFamily="50" charset="-128"/>
                <a:ea typeface="HGPｺﾞｼｯｸE" panose="020B0900000000000000" pitchFamily="50" charset="-128"/>
              </a:rPr>
              <a:t>F</a:t>
            </a:r>
          </a:p>
          <a:p>
            <a:r>
              <a:rPr lang="ja-JP" altLang="en-US" sz="8000" b="1" dirty="0">
                <a:latin typeface="HGPｺﾞｼｯｸE" panose="020B0900000000000000" pitchFamily="50" charset="-128"/>
                <a:ea typeface="HGPｺﾞｼｯｸE" panose="020B0900000000000000" pitchFamily="50" charset="-128"/>
              </a:rPr>
              <a:t>成果発表</a:t>
            </a:r>
            <a:endParaRPr lang="en-US" altLang="ja-JP" sz="8000" b="1" dirty="0">
              <a:latin typeface="HGPｺﾞｼｯｸE" panose="020B0900000000000000" pitchFamily="50" charset="-128"/>
              <a:ea typeface="HGPｺﾞｼｯｸE" panose="020B0900000000000000" pitchFamily="50" charset="-128"/>
            </a:endParaRPr>
          </a:p>
        </p:txBody>
      </p:sp>
      <p:sp>
        <p:nvSpPr>
          <p:cNvPr id="5" name="字幕 2">
            <a:extLst>
              <a:ext uri="{FF2B5EF4-FFF2-40B4-BE49-F238E27FC236}">
                <a16:creationId xmlns:a16="http://schemas.microsoft.com/office/drawing/2014/main" id="{501A348D-5CCC-C8B4-477E-5FF4284FEE21}"/>
              </a:ext>
            </a:extLst>
          </p:cNvPr>
          <p:cNvSpPr txBox="1">
            <a:spLocks/>
          </p:cNvSpPr>
          <p:nvPr/>
        </p:nvSpPr>
        <p:spPr>
          <a:xfrm>
            <a:off x="5393635" y="4395242"/>
            <a:ext cx="6319789" cy="1655762"/>
          </a:xfrm>
          <a:prstGeom prst="rect">
            <a:avLst/>
          </a:prstGeom>
        </p:spPr>
        <p:txBody>
          <a:bodyPr vert="horz" lIns="91440" tIns="45720" rIns="91440" bIns="45720" rtlCol="0" anchor="b">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r">
              <a:lnSpc>
                <a:spcPct val="70000"/>
              </a:lnSpc>
            </a:pPr>
            <a:r>
              <a:rPr lang="en-US" altLang="ja-JP" sz="1800" dirty="0">
                <a:latin typeface="HGP創英角ｺﾞｼｯｸUB" panose="020B0900000000000000" pitchFamily="50" charset="-128"/>
                <a:ea typeface="HGP創英角ｺﾞｼｯｸUB" panose="020B0900000000000000" pitchFamily="50" charset="-128"/>
              </a:rPr>
              <a:t>H.L.</a:t>
            </a:r>
          </a:p>
          <a:p>
            <a:pPr algn="r">
              <a:lnSpc>
                <a:spcPct val="70000"/>
              </a:lnSpc>
            </a:pPr>
            <a:r>
              <a:rPr lang="en-US" altLang="ja-JP" sz="1800" dirty="0">
                <a:latin typeface="HGP創英角ｺﾞｼｯｸUB" panose="020B0900000000000000" pitchFamily="50" charset="-128"/>
                <a:ea typeface="HGP創英角ｺﾞｼｯｸUB" panose="020B0900000000000000" pitchFamily="50" charset="-128"/>
              </a:rPr>
              <a:t> M.K.</a:t>
            </a:r>
          </a:p>
          <a:p>
            <a:pPr algn="r">
              <a:lnSpc>
                <a:spcPct val="70000"/>
              </a:lnSpc>
            </a:pPr>
            <a:endParaRPr lang="en-US" altLang="ja-JP" sz="1800" dirty="0">
              <a:latin typeface="HGP創英角ｺﾞｼｯｸUB" panose="020B0900000000000000" pitchFamily="50" charset="-128"/>
              <a:ea typeface="HGP創英角ｺﾞｼｯｸUB" panose="020B0900000000000000" pitchFamily="50" charset="-128"/>
            </a:endParaRPr>
          </a:p>
        </p:txBody>
      </p:sp>
    </p:spTree>
    <p:extLst>
      <p:ext uri="{BB962C8B-B14F-4D97-AF65-F5344CB8AC3E}">
        <p14:creationId xmlns:p14="http://schemas.microsoft.com/office/powerpoint/2010/main" val="23927225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D425C9F-1321-C5EE-B720-4ED219ABAB80}"/>
              </a:ext>
            </a:extLst>
          </p:cNvPr>
          <p:cNvSpPr>
            <a:spLocks noGrp="1"/>
          </p:cNvSpPr>
          <p:nvPr>
            <p:ph type="title"/>
          </p:nvPr>
        </p:nvSpPr>
        <p:spPr>
          <a:xfrm>
            <a:off x="838200" y="365125"/>
            <a:ext cx="10515600" cy="1325563"/>
          </a:xfrm>
        </p:spPr>
        <p:txBody>
          <a:bodyPr/>
          <a:lstStyle/>
          <a:p>
            <a:r>
              <a:rPr kumimoji="1" lang="ja-JP" altLang="en-US" dirty="0">
                <a:solidFill>
                  <a:schemeClr val="bg1"/>
                </a:solidFill>
              </a:rPr>
              <a:t>追加機能</a:t>
            </a:r>
          </a:p>
        </p:txBody>
      </p:sp>
      <p:sp>
        <p:nvSpPr>
          <p:cNvPr id="3" name="テキスト ボックス 2">
            <a:extLst>
              <a:ext uri="{FF2B5EF4-FFF2-40B4-BE49-F238E27FC236}">
                <a16:creationId xmlns:a16="http://schemas.microsoft.com/office/drawing/2014/main" id="{FB4150DC-3EEF-87B9-C2B0-D9B3BD8F7223}"/>
              </a:ext>
            </a:extLst>
          </p:cNvPr>
          <p:cNvSpPr txBox="1"/>
          <p:nvPr/>
        </p:nvSpPr>
        <p:spPr>
          <a:xfrm>
            <a:off x="3243942" y="1505632"/>
            <a:ext cx="5704116" cy="4647426"/>
          </a:xfrm>
          <a:prstGeom prst="rect">
            <a:avLst/>
          </a:prstGeom>
          <a:noFill/>
        </p:spPr>
        <p:txBody>
          <a:bodyPr wrap="square" rtlCol="0">
            <a:spAutoFit/>
          </a:bodyPr>
          <a:lstStyle/>
          <a:p>
            <a:r>
              <a:rPr kumimoji="1" lang="ja-JP" altLang="en-US" sz="4000" dirty="0">
                <a:solidFill>
                  <a:schemeClr val="bg1"/>
                </a:solidFill>
              </a:rPr>
              <a:t>・</a:t>
            </a:r>
            <a:r>
              <a:rPr kumimoji="1" lang="ja-JP" altLang="en-US" sz="4400" dirty="0">
                <a:solidFill>
                  <a:schemeClr val="bg1"/>
                </a:solidFill>
              </a:rPr>
              <a:t>性別</a:t>
            </a:r>
            <a:r>
              <a:rPr kumimoji="1" lang="ja-JP" altLang="en-US" sz="3200" dirty="0">
                <a:solidFill>
                  <a:schemeClr val="bg1"/>
                </a:solidFill>
              </a:rPr>
              <a:t>の</a:t>
            </a:r>
            <a:r>
              <a:rPr kumimoji="1" lang="ja-JP" altLang="en-US" sz="3600" dirty="0">
                <a:solidFill>
                  <a:schemeClr val="bg1"/>
                </a:solidFill>
              </a:rPr>
              <a:t>入力</a:t>
            </a:r>
            <a:r>
              <a:rPr kumimoji="1" lang="ja-JP" altLang="en-US" sz="3200" dirty="0">
                <a:solidFill>
                  <a:schemeClr val="bg1"/>
                </a:solidFill>
              </a:rPr>
              <a:t>・</a:t>
            </a:r>
            <a:r>
              <a:rPr kumimoji="1" lang="ja-JP" altLang="en-US" sz="3600" dirty="0">
                <a:solidFill>
                  <a:schemeClr val="bg1"/>
                </a:solidFill>
              </a:rPr>
              <a:t>表示</a:t>
            </a:r>
            <a:endParaRPr kumimoji="1" lang="en-US" altLang="ja-JP" sz="4000" dirty="0">
              <a:solidFill>
                <a:schemeClr val="bg1"/>
              </a:solidFill>
            </a:endParaRPr>
          </a:p>
          <a:p>
            <a:endParaRPr kumimoji="1" lang="en-US" altLang="ja-JP" sz="4000" dirty="0">
              <a:solidFill>
                <a:schemeClr val="bg1"/>
              </a:solidFill>
            </a:endParaRPr>
          </a:p>
          <a:p>
            <a:r>
              <a:rPr lang="ja-JP" altLang="en-US" sz="4000" dirty="0">
                <a:solidFill>
                  <a:schemeClr val="bg1"/>
                </a:solidFill>
              </a:rPr>
              <a:t>・</a:t>
            </a:r>
            <a:r>
              <a:rPr kumimoji="1" lang="ja-JP" altLang="en-US" sz="4400" dirty="0">
                <a:solidFill>
                  <a:schemeClr val="bg1"/>
                </a:solidFill>
              </a:rPr>
              <a:t>生年月日</a:t>
            </a:r>
            <a:r>
              <a:rPr kumimoji="1" lang="ja-JP" altLang="en-US" sz="3200" dirty="0">
                <a:solidFill>
                  <a:schemeClr val="bg1"/>
                </a:solidFill>
              </a:rPr>
              <a:t>の</a:t>
            </a:r>
            <a:r>
              <a:rPr kumimoji="1" lang="ja-JP" altLang="en-US" sz="3600" dirty="0">
                <a:solidFill>
                  <a:schemeClr val="bg1"/>
                </a:solidFill>
              </a:rPr>
              <a:t>入力</a:t>
            </a:r>
            <a:endParaRPr kumimoji="1" lang="en-US" altLang="ja-JP" sz="4000" dirty="0">
              <a:solidFill>
                <a:schemeClr val="bg1"/>
              </a:solidFill>
            </a:endParaRPr>
          </a:p>
          <a:p>
            <a:endParaRPr kumimoji="1" lang="en-US" altLang="ja-JP" sz="4000" dirty="0">
              <a:solidFill>
                <a:schemeClr val="bg1"/>
              </a:solidFill>
            </a:endParaRPr>
          </a:p>
          <a:p>
            <a:r>
              <a:rPr kumimoji="1" lang="ja-JP" altLang="en-US" sz="4000" dirty="0">
                <a:solidFill>
                  <a:schemeClr val="bg1"/>
                </a:solidFill>
              </a:rPr>
              <a:t>・</a:t>
            </a:r>
            <a:r>
              <a:rPr kumimoji="1" lang="ja-JP" altLang="en-US" sz="4400" dirty="0">
                <a:solidFill>
                  <a:schemeClr val="bg1"/>
                </a:solidFill>
              </a:rPr>
              <a:t>年齢</a:t>
            </a:r>
            <a:r>
              <a:rPr kumimoji="1" lang="ja-JP" altLang="en-US" sz="3200" dirty="0">
                <a:solidFill>
                  <a:schemeClr val="bg1"/>
                </a:solidFill>
              </a:rPr>
              <a:t>の</a:t>
            </a:r>
            <a:r>
              <a:rPr kumimoji="1" lang="ja-JP" altLang="en-US" sz="3600" dirty="0">
                <a:solidFill>
                  <a:schemeClr val="bg1"/>
                </a:solidFill>
              </a:rPr>
              <a:t>自動表示</a:t>
            </a:r>
            <a:endParaRPr kumimoji="1" lang="en-US" altLang="ja-JP" sz="4000" dirty="0">
              <a:solidFill>
                <a:schemeClr val="bg1"/>
              </a:solidFill>
            </a:endParaRPr>
          </a:p>
          <a:p>
            <a:endParaRPr lang="en-US" altLang="ja-JP" sz="4000" dirty="0">
              <a:solidFill>
                <a:schemeClr val="bg1"/>
              </a:solidFill>
            </a:endParaRPr>
          </a:p>
          <a:p>
            <a:r>
              <a:rPr lang="ja-JP" altLang="en-US" sz="4000" dirty="0">
                <a:solidFill>
                  <a:schemeClr val="bg1"/>
                </a:solidFill>
              </a:rPr>
              <a:t>・</a:t>
            </a:r>
            <a:r>
              <a:rPr lang="ja-JP" altLang="en-US" sz="4400" dirty="0">
                <a:solidFill>
                  <a:schemeClr val="bg1"/>
                </a:solidFill>
              </a:rPr>
              <a:t>空いている日</a:t>
            </a:r>
            <a:r>
              <a:rPr lang="ja-JP" altLang="en-US" sz="3200" dirty="0">
                <a:solidFill>
                  <a:schemeClr val="bg1"/>
                </a:solidFill>
              </a:rPr>
              <a:t>の</a:t>
            </a:r>
            <a:r>
              <a:rPr lang="ja-JP" altLang="en-US" sz="3600" dirty="0">
                <a:solidFill>
                  <a:schemeClr val="bg1"/>
                </a:solidFill>
              </a:rPr>
              <a:t>表示</a:t>
            </a:r>
            <a:endParaRPr kumimoji="1" lang="ja-JP" altLang="en-US" sz="4000" dirty="0">
              <a:solidFill>
                <a:schemeClr val="bg1"/>
              </a:solidFill>
            </a:endParaRPr>
          </a:p>
        </p:txBody>
      </p:sp>
    </p:spTree>
    <p:extLst>
      <p:ext uri="{BB962C8B-B14F-4D97-AF65-F5344CB8AC3E}">
        <p14:creationId xmlns:p14="http://schemas.microsoft.com/office/powerpoint/2010/main" val="14185724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3D18A-F2FA-F333-F943-06A7AA459B9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34CB52C-7A13-A0EE-D43E-BB9559232926}"/>
              </a:ext>
            </a:extLst>
          </p:cNvPr>
          <p:cNvSpPr>
            <a:spLocks noGrp="1"/>
          </p:cNvSpPr>
          <p:nvPr>
            <p:ph type="title"/>
          </p:nvPr>
        </p:nvSpPr>
        <p:spPr/>
        <p:txBody>
          <a:bodyPr/>
          <a:lstStyle/>
          <a:p>
            <a:r>
              <a:rPr lang="ja-JP" altLang="en-US" b="1" dirty="0">
                <a:solidFill>
                  <a:schemeClr val="bg1"/>
                </a:solidFill>
              </a:rPr>
              <a:t>追加機能その一</a:t>
            </a:r>
            <a:endParaRPr kumimoji="1" lang="ja-JP" altLang="en-US" b="1" dirty="0">
              <a:solidFill>
                <a:schemeClr val="bg1"/>
              </a:solidFill>
            </a:endParaRPr>
          </a:p>
        </p:txBody>
      </p:sp>
      <p:sp>
        <p:nvSpPr>
          <p:cNvPr id="3" name="テキスト ボックス 2">
            <a:extLst>
              <a:ext uri="{FF2B5EF4-FFF2-40B4-BE49-F238E27FC236}">
                <a16:creationId xmlns:a16="http://schemas.microsoft.com/office/drawing/2014/main" id="{D584A809-EEB0-3C63-9D53-1EB13836A54F}"/>
              </a:ext>
            </a:extLst>
          </p:cNvPr>
          <p:cNvSpPr txBox="1"/>
          <p:nvPr/>
        </p:nvSpPr>
        <p:spPr>
          <a:xfrm>
            <a:off x="1089660" y="1690688"/>
            <a:ext cx="3745230" cy="677108"/>
          </a:xfrm>
          <a:prstGeom prst="rect">
            <a:avLst/>
          </a:prstGeom>
          <a:noFill/>
        </p:spPr>
        <p:txBody>
          <a:bodyPr wrap="square" rtlCol="0">
            <a:spAutoFit/>
          </a:bodyPr>
          <a:lstStyle/>
          <a:p>
            <a:r>
              <a:rPr kumimoji="1" lang="ja-JP" altLang="en-US" sz="3800" dirty="0">
                <a:solidFill>
                  <a:schemeClr val="bg1"/>
                </a:solidFill>
              </a:rPr>
              <a:t>計算機機能</a:t>
            </a:r>
          </a:p>
        </p:txBody>
      </p:sp>
      <p:sp>
        <p:nvSpPr>
          <p:cNvPr id="4" name="テキスト ボックス 3">
            <a:extLst>
              <a:ext uri="{FF2B5EF4-FFF2-40B4-BE49-F238E27FC236}">
                <a16:creationId xmlns:a16="http://schemas.microsoft.com/office/drawing/2014/main" id="{BA911DC9-5944-E099-05BD-FAC6114BEEBE}"/>
              </a:ext>
            </a:extLst>
          </p:cNvPr>
          <p:cNvSpPr txBox="1"/>
          <p:nvPr/>
        </p:nvSpPr>
        <p:spPr>
          <a:xfrm>
            <a:off x="1089660" y="3611880"/>
            <a:ext cx="6377940" cy="1384995"/>
          </a:xfrm>
          <a:prstGeom prst="rect">
            <a:avLst/>
          </a:prstGeom>
          <a:noFill/>
        </p:spPr>
        <p:txBody>
          <a:bodyPr wrap="square" rtlCol="0">
            <a:spAutoFit/>
          </a:bodyPr>
          <a:lstStyle/>
          <a:p>
            <a:r>
              <a:rPr lang="en-US" altLang="ja-JP" sz="2800" dirty="0">
                <a:solidFill>
                  <a:schemeClr val="bg1"/>
                </a:solidFill>
              </a:rPr>
              <a:t>SNS</a:t>
            </a:r>
            <a:r>
              <a:rPr lang="ja-JP" altLang="en-US" sz="2800" dirty="0">
                <a:solidFill>
                  <a:schemeClr val="bg1"/>
                </a:solidFill>
              </a:rPr>
              <a:t>をメモ帳代わりにする事</a:t>
            </a:r>
            <a:endParaRPr lang="en-US" altLang="ja-JP" sz="2800" dirty="0">
              <a:solidFill>
                <a:schemeClr val="bg1"/>
              </a:solidFill>
            </a:endParaRPr>
          </a:p>
          <a:p>
            <a:r>
              <a:rPr kumimoji="1" lang="ja-JP" altLang="en-US" sz="2800" dirty="0">
                <a:solidFill>
                  <a:schemeClr val="bg1"/>
                </a:solidFill>
              </a:rPr>
              <a:t>↓</a:t>
            </a:r>
            <a:endParaRPr kumimoji="1" lang="en-US" altLang="ja-JP" sz="2800" dirty="0">
              <a:solidFill>
                <a:schemeClr val="bg1"/>
              </a:solidFill>
            </a:endParaRPr>
          </a:p>
          <a:p>
            <a:r>
              <a:rPr kumimoji="1" lang="ja-JP" altLang="en-US" sz="2800" dirty="0">
                <a:solidFill>
                  <a:schemeClr val="bg1"/>
                </a:solidFill>
              </a:rPr>
              <a:t>電卓機能があれば便利では？</a:t>
            </a:r>
          </a:p>
        </p:txBody>
      </p:sp>
    </p:spTree>
    <p:extLst>
      <p:ext uri="{BB962C8B-B14F-4D97-AF65-F5344CB8AC3E}">
        <p14:creationId xmlns:p14="http://schemas.microsoft.com/office/powerpoint/2010/main" val="527399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98737-257F-567F-FDC2-8B59184D7E1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8B159CE-E0B4-C034-D468-C7004F65D366}"/>
              </a:ext>
            </a:extLst>
          </p:cNvPr>
          <p:cNvSpPr>
            <a:spLocks noGrp="1"/>
          </p:cNvSpPr>
          <p:nvPr>
            <p:ph type="title"/>
          </p:nvPr>
        </p:nvSpPr>
        <p:spPr/>
        <p:txBody>
          <a:bodyPr/>
          <a:lstStyle/>
          <a:p>
            <a:r>
              <a:rPr lang="ja-JP" altLang="en-US" b="1" dirty="0">
                <a:solidFill>
                  <a:schemeClr val="bg1"/>
                </a:solidFill>
              </a:rPr>
              <a:t>追加機能その一</a:t>
            </a:r>
            <a:r>
              <a:rPr lang="en-US" altLang="ja-JP" b="1" dirty="0">
                <a:solidFill>
                  <a:schemeClr val="bg1"/>
                </a:solidFill>
              </a:rPr>
              <a:t>(ii)</a:t>
            </a:r>
            <a:endParaRPr kumimoji="1" lang="ja-JP" altLang="en-US" b="1" dirty="0">
              <a:solidFill>
                <a:schemeClr val="bg1"/>
              </a:solidFill>
            </a:endParaRPr>
          </a:p>
        </p:txBody>
      </p:sp>
      <p:sp>
        <p:nvSpPr>
          <p:cNvPr id="5" name="テキスト ボックス 4">
            <a:extLst>
              <a:ext uri="{FF2B5EF4-FFF2-40B4-BE49-F238E27FC236}">
                <a16:creationId xmlns:a16="http://schemas.microsoft.com/office/drawing/2014/main" id="{97293F52-AFDA-CA30-90FA-CFD5A34D82C0}"/>
              </a:ext>
            </a:extLst>
          </p:cNvPr>
          <p:cNvSpPr txBox="1"/>
          <p:nvPr/>
        </p:nvSpPr>
        <p:spPr>
          <a:xfrm>
            <a:off x="1089660" y="1690688"/>
            <a:ext cx="3745230" cy="677108"/>
          </a:xfrm>
          <a:prstGeom prst="rect">
            <a:avLst/>
          </a:prstGeom>
          <a:noFill/>
        </p:spPr>
        <p:txBody>
          <a:bodyPr wrap="square" rtlCol="0">
            <a:spAutoFit/>
          </a:bodyPr>
          <a:lstStyle/>
          <a:p>
            <a:r>
              <a:rPr kumimoji="1" lang="ja-JP" altLang="en-US" sz="3800" dirty="0">
                <a:solidFill>
                  <a:schemeClr val="bg1"/>
                </a:solidFill>
              </a:rPr>
              <a:t>計算機機能</a:t>
            </a:r>
          </a:p>
        </p:txBody>
      </p:sp>
      <p:pic>
        <p:nvPicPr>
          <p:cNvPr id="7" name="図 6">
            <a:extLst>
              <a:ext uri="{FF2B5EF4-FFF2-40B4-BE49-F238E27FC236}">
                <a16:creationId xmlns:a16="http://schemas.microsoft.com/office/drawing/2014/main" id="{1EC8F67B-B182-9D7B-FDB5-2EA91A250E06}"/>
              </a:ext>
            </a:extLst>
          </p:cNvPr>
          <p:cNvPicPr>
            <a:picLocks noChangeAspect="1"/>
          </p:cNvPicPr>
          <p:nvPr/>
        </p:nvPicPr>
        <p:blipFill>
          <a:blip r:embed="rId2"/>
          <a:stretch>
            <a:fillRect/>
          </a:stretch>
        </p:blipFill>
        <p:spPr>
          <a:xfrm>
            <a:off x="5026000" y="2470666"/>
            <a:ext cx="4906060" cy="3419952"/>
          </a:xfrm>
          <a:prstGeom prst="rect">
            <a:avLst/>
          </a:prstGeom>
        </p:spPr>
      </p:pic>
      <p:sp>
        <p:nvSpPr>
          <p:cNvPr id="8" name="テキスト ボックス 7">
            <a:extLst>
              <a:ext uri="{FF2B5EF4-FFF2-40B4-BE49-F238E27FC236}">
                <a16:creationId xmlns:a16="http://schemas.microsoft.com/office/drawing/2014/main" id="{1C4B0302-FA6F-53B8-713D-D2F2168D9E72}"/>
              </a:ext>
            </a:extLst>
          </p:cNvPr>
          <p:cNvSpPr txBox="1"/>
          <p:nvPr/>
        </p:nvSpPr>
        <p:spPr>
          <a:xfrm>
            <a:off x="3519120" y="3059668"/>
            <a:ext cx="1874520" cy="369332"/>
          </a:xfrm>
          <a:prstGeom prst="rect">
            <a:avLst/>
          </a:prstGeom>
          <a:noFill/>
        </p:spPr>
        <p:txBody>
          <a:bodyPr wrap="square" rtlCol="0">
            <a:spAutoFit/>
          </a:bodyPr>
          <a:lstStyle/>
          <a:p>
            <a:r>
              <a:rPr kumimoji="1" lang="ja-JP" altLang="en-US" dirty="0">
                <a:highlight>
                  <a:srgbClr val="FF0000"/>
                </a:highlight>
              </a:rPr>
              <a:t>魔法の呪文</a:t>
            </a:r>
            <a:r>
              <a:rPr kumimoji="1" lang="en-US" altLang="ja-JP" dirty="0">
                <a:highlight>
                  <a:srgbClr val="FF0000"/>
                </a:highlight>
              </a:rPr>
              <a:t>-&gt;</a:t>
            </a:r>
            <a:endParaRPr kumimoji="1" lang="ja-JP" altLang="en-US" dirty="0">
              <a:highlight>
                <a:srgbClr val="FF0000"/>
              </a:highlight>
            </a:endParaRPr>
          </a:p>
        </p:txBody>
      </p:sp>
      <p:sp>
        <p:nvSpPr>
          <p:cNvPr id="12" name="テキスト ボックス 11">
            <a:extLst>
              <a:ext uri="{FF2B5EF4-FFF2-40B4-BE49-F238E27FC236}">
                <a16:creationId xmlns:a16="http://schemas.microsoft.com/office/drawing/2014/main" id="{23130E00-B1E4-95EA-A772-3696359A6572}"/>
              </a:ext>
            </a:extLst>
          </p:cNvPr>
          <p:cNvSpPr txBox="1"/>
          <p:nvPr/>
        </p:nvSpPr>
        <p:spPr>
          <a:xfrm>
            <a:off x="4456380" y="3751540"/>
            <a:ext cx="1874520" cy="369332"/>
          </a:xfrm>
          <a:prstGeom prst="rect">
            <a:avLst/>
          </a:prstGeom>
          <a:noFill/>
        </p:spPr>
        <p:txBody>
          <a:bodyPr wrap="square" rtlCol="0">
            <a:spAutoFit/>
          </a:bodyPr>
          <a:lstStyle/>
          <a:p>
            <a:r>
              <a:rPr kumimoji="1" lang="ja-JP" altLang="en-US" dirty="0">
                <a:highlight>
                  <a:srgbClr val="FF0000"/>
                </a:highlight>
              </a:rPr>
              <a:t>式</a:t>
            </a:r>
            <a:r>
              <a:rPr kumimoji="1" lang="en-US" altLang="ja-JP" dirty="0">
                <a:highlight>
                  <a:srgbClr val="FF0000"/>
                </a:highlight>
              </a:rPr>
              <a:t>-&gt;</a:t>
            </a:r>
            <a:endParaRPr kumimoji="1" lang="ja-JP" altLang="en-US" dirty="0">
              <a:highlight>
                <a:srgbClr val="FF0000"/>
              </a:highlight>
            </a:endParaRPr>
          </a:p>
        </p:txBody>
      </p:sp>
      <p:sp>
        <p:nvSpPr>
          <p:cNvPr id="14" name="テキスト ボックス 13">
            <a:extLst>
              <a:ext uri="{FF2B5EF4-FFF2-40B4-BE49-F238E27FC236}">
                <a16:creationId xmlns:a16="http://schemas.microsoft.com/office/drawing/2014/main" id="{7FFB3D77-495B-B34A-E0C8-FD4E921A15B5}"/>
              </a:ext>
            </a:extLst>
          </p:cNvPr>
          <p:cNvSpPr txBox="1"/>
          <p:nvPr/>
        </p:nvSpPr>
        <p:spPr>
          <a:xfrm>
            <a:off x="3795370" y="3429000"/>
            <a:ext cx="1874520" cy="369332"/>
          </a:xfrm>
          <a:prstGeom prst="rect">
            <a:avLst/>
          </a:prstGeom>
          <a:noFill/>
        </p:spPr>
        <p:txBody>
          <a:bodyPr wrap="square" rtlCol="0">
            <a:spAutoFit/>
          </a:bodyPr>
          <a:lstStyle/>
          <a:p>
            <a:r>
              <a:rPr lang="ja-JP" altLang="en-US" dirty="0">
                <a:highlight>
                  <a:srgbClr val="FF0000"/>
                </a:highlight>
              </a:rPr>
              <a:t>コメント</a:t>
            </a:r>
            <a:r>
              <a:rPr kumimoji="1" lang="en-US" altLang="ja-JP" dirty="0">
                <a:highlight>
                  <a:srgbClr val="FF0000"/>
                </a:highlight>
              </a:rPr>
              <a:t>-&gt;</a:t>
            </a:r>
            <a:endParaRPr kumimoji="1" lang="ja-JP" altLang="en-US" dirty="0">
              <a:highlight>
                <a:srgbClr val="FF0000"/>
              </a:highlight>
            </a:endParaRPr>
          </a:p>
        </p:txBody>
      </p:sp>
    </p:spTree>
    <p:extLst>
      <p:ext uri="{BB962C8B-B14F-4D97-AF65-F5344CB8AC3E}">
        <p14:creationId xmlns:p14="http://schemas.microsoft.com/office/powerpoint/2010/main" val="13357611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FDD96-44FC-15C9-4F0E-30E87BF8D11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C5DE97C-5E04-9367-980F-4442AB3D2E02}"/>
              </a:ext>
            </a:extLst>
          </p:cNvPr>
          <p:cNvSpPr>
            <a:spLocks noGrp="1"/>
          </p:cNvSpPr>
          <p:nvPr>
            <p:ph type="title"/>
          </p:nvPr>
        </p:nvSpPr>
        <p:spPr/>
        <p:txBody>
          <a:bodyPr/>
          <a:lstStyle/>
          <a:p>
            <a:r>
              <a:rPr lang="ja-JP" altLang="en-US" b="1" dirty="0">
                <a:solidFill>
                  <a:schemeClr val="bg1"/>
                </a:solidFill>
              </a:rPr>
              <a:t>追加機能その一</a:t>
            </a:r>
            <a:r>
              <a:rPr lang="en-US" altLang="ja-JP" b="1" dirty="0">
                <a:solidFill>
                  <a:schemeClr val="bg1"/>
                </a:solidFill>
              </a:rPr>
              <a:t>(ii)</a:t>
            </a:r>
            <a:endParaRPr kumimoji="1" lang="ja-JP" altLang="en-US" b="1" dirty="0">
              <a:solidFill>
                <a:schemeClr val="bg1"/>
              </a:solidFill>
            </a:endParaRPr>
          </a:p>
        </p:txBody>
      </p:sp>
      <p:sp>
        <p:nvSpPr>
          <p:cNvPr id="5" name="テキスト ボックス 4">
            <a:extLst>
              <a:ext uri="{FF2B5EF4-FFF2-40B4-BE49-F238E27FC236}">
                <a16:creationId xmlns:a16="http://schemas.microsoft.com/office/drawing/2014/main" id="{92FEC028-BB08-B80F-2B95-8341700C34FA}"/>
              </a:ext>
            </a:extLst>
          </p:cNvPr>
          <p:cNvSpPr txBox="1"/>
          <p:nvPr/>
        </p:nvSpPr>
        <p:spPr>
          <a:xfrm>
            <a:off x="1089660" y="1690688"/>
            <a:ext cx="3745230" cy="677108"/>
          </a:xfrm>
          <a:prstGeom prst="rect">
            <a:avLst/>
          </a:prstGeom>
          <a:noFill/>
        </p:spPr>
        <p:txBody>
          <a:bodyPr wrap="square" rtlCol="0">
            <a:spAutoFit/>
          </a:bodyPr>
          <a:lstStyle/>
          <a:p>
            <a:r>
              <a:rPr kumimoji="1" lang="ja-JP" altLang="en-US" sz="3800" dirty="0">
                <a:solidFill>
                  <a:schemeClr val="bg1"/>
                </a:solidFill>
              </a:rPr>
              <a:t>計算機機能</a:t>
            </a:r>
          </a:p>
        </p:txBody>
      </p:sp>
      <p:pic>
        <p:nvPicPr>
          <p:cNvPr id="4" name="図 3">
            <a:extLst>
              <a:ext uri="{FF2B5EF4-FFF2-40B4-BE49-F238E27FC236}">
                <a16:creationId xmlns:a16="http://schemas.microsoft.com/office/drawing/2014/main" id="{9C73CC48-B55D-6FC6-8EE7-1F50BB52481E}"/>
              </a:ext>
            </a:extLst>
          </p:cNvPr>
          <p:cNvPicPr>
            <a:picLocks noChangeAspect="1"/>
          </p:cNvPicPr>
          <p:nvPr/>
        </p:nvPicPr>
        <p:blipFill>
          <a:blip r:embed="rId2"/>
          <a:stretch>
            <a:fillRect/>
          </a:stretch>
        </p:blipFill>
        <p:spPr>
          <a:xfrm>
            <a:off x="2750267" y="2684823"/>
            <a:ext cx="7925906" cy="3934374"/>
          </a:xfrm>
          <a:prstGeom prst="rect">
            <a:avLst/>
          </a:prstGeom>
        </p:spPr>
      </p:pic>
      <p:sp>
        <p:nvSpPr>
          <p:cNvPr id="8" name="テキスト ボックス 7">
            <a:extLst>
              <a:ext uri="{FF2B5EF4-FFF2-40B4-BE49-F238E27FC236}">
                <a16:creationId xmlns:a16="http://schemas.microsoft.com/office/drawing/2014/main" id="{02E43709-1625-D883-B959-C6DB57E7B61A}"/>
              </a:ext>
            </a:extLst>
          </p:cNvPr>
          <p:cNvSpPr txBox="1"/>
          <p:nvPr/>
        </p:nvSpPr>
        <p:spPr>
          <a:xfrm>
            <a:off x="1783690" y="5269428"/>
            <a:ext cx="2889910" cy="369332"/>
          </a:xfrm>
          <a:prstGeom prst="rect">
            <a:avLst/>
          </a:prstGeom>
          <a:noFill/>
        </p:spPr>
        <p:txBody>
          <a:bodyPr wrap="square" rtlCol="0">
            <a:spAutoFit/>
          </a:bodyPr>
          <a:lstStyle/>
          <a:p>
            <a:r>
              <a:rPr lang="ja-JP" altLang="en-US" dirty="0">
                <a:highlight>
                  <a:srgbClr val="FF0000"/>
                </a:highlight>
              </a:rPr>
              <a:t>結果が表示される</a:t>
            </a:r>
            <a:r>
              <a:rPr kumimoji="1" lang="en-US" altLang="ja-JP" dirty="0">
                <a:highlight>
                  <a:srgbClr val="FF0000"/>
                </a:highlight>
              </a:rPr>
              <a:t>-&gt;</a:t>
            </a:r>
            <a:endParaRPr kumimoji="1" lang="ja-JP" altLang="en-US" dirty="0">
              <a:highlight>
                <a:srgbClr val="FF0000"/>
              </a:highlight>
            </a:endParaRPr>
          </a:p>
        </p:txBody>
      </p:sp>
    </p:spTree>
    <p:extLst>
      <p:ext uri="{BB962C8B-B14F-4D97-AF65-F5344CB8AC3E}">
        <p14:creationId xmlns:p14="http://schemas.microsoft.com/office/powerpoint/2010/main" val="2034218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7EFCC-7C47-2D84-AF7E-EF43A8E6D5F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82707BF-C56F-F25E-B219-2C03253472B1}"/>
              </a:ext>
            </a:extLst>
          </p:cNvPr>
          <p:cNvSpPr>
            <a:spLocks noGrp="1"/>
          </p:cNvSpPr>
          <p:nvPr>
            <p:ph type="title"/>
          </p:nvPr>
        </p:nvSpPr>
        <p:spPr/>
        <p:txBody>
          <a:bodyPr/>
          <a:lstStyle/>
          <a:p>
            <a:r>
              <a:rPr lang="ja-JP" altLang="en-US" b="1" dirty="0">
                <a:solidFill>
                  <a:schemeClr val="bg1"/>
                </a:solidFill>
              </a:rPr>
              <a:t>追加機能その一</a:t>
            </a:r>
            <a:r>
              <a:rPr lang="en-US" altLang="ja-JP" b="1" dirty="0">
                <a:solidFill>
                  <a:schemeClr val="bg1"/>
                </a:solidFill>
              </a:rPr>
              <a:t>(iii)</a:t>
            </a:r>
            <a:endParaRPr kumimoji="1" lang="ja-JP" altLang="en-US" b="1" dirty="0">
              <a:solidFill>
                <a:schemeClr val="bg1"/>
              </a:solidFill>
            </a:endParaRPr>
          </a:p>
        </p:txBody>
      </p:sp>
      <p:sp>
        <p:nvSpPr>
          <p:cNvPr id="5" name="テキスト ボックス 4">
            <a:extLst>
              <a:ext uri="{FF2B5EF4-FFF2-40B4-BE49-F238E27FC236}">
                <a16:creationId xmlns:a16="http://schemas.microsoft.com/office/drawing/2014/main" id="{699B5F99-8A48-0D08-173D-7B3D0875C10C}"/>
              </a:ext>
            </a:extLst>
          </p:cNvPr>
          <p:cNvSpPr txBox="1"/>
          <p:nvPr/>
        </p:nvSpPr>
        <p:spPr>
          <a:xfrm>
            <a:off x="1089660" y="1690688"/>
            <a:ext cx="3745230" cy="677108"/>
          </a:xfrm>
          <a:prstGeom prst="rect">
            <a:avLst/>
          </a:prstGeom>
          <a:noFill/>
        </p:spPr>
        <p:txBody>
          <a:bodyPr wrap="square" rtlCol="0">
            <a:spAutoFit/>
          </a:bodyPr>
          <a:lstStyle/>
          <a:p>
            <a:r>
              <a:rPr kumimoji="1" lang="ja-JP" altLang="en-US" sz="3800" dirty="0">
                <a:solidFill>
                  <a:schemeClr val="bg1"/>
                </a:solidFill>
              </a:rPr>
              <a:t>計算機機能</a:t>
            </a:r>
          </a:p>
        </p:txBody>
      </p:sp>
      <p:pic>
        <p:nvPicPr>
          <p:cNvPr id="6" name="図 5">
            <a:extLst>
              <a:ext uri="{FF2B5EF4-FFF2-40B4-BE49-F238E27FC236}">
                <a16:creationId xmlns:a16="http://schemas.microsoft.com/office/drawing/2014/main" id="{22DEE9E4-169E-936F-5D21-C1DE503BA7E4}"/>
              </a:ext>
            </a:extLst>
          </p:cNvPr>
          <p:cNvPicPr>
            <a:picLocks noChangeAspect="1"/>
          </p:cNvPicPr>
          <p:nvPr/>
        </p:nvPicPr>
        <p:blipFill>
          <a:blip r:embed="rId2"/>
          <a:stretch>
            <a:fillRect/>
          </a:stretch>
        </p:blipFill>
        <p:spPr>
          <a:xfrm>
            <a:off x="2799890" y="2612120"/>
            <a:ext cx="6592220" cy="2162477"/>
          </a:xfrm>
          <a:prstGeom prst="rect">
            <a:avLst/>
          </a:prstGeom>
        </p:spPr>
      </p:pic>
    </p:spTree>
    <p:extLst>
      <p:ext uri="{BB962C8B-B14F-4D97-AF65-F5344CB8AC3E}">
        <p14:creationId xmlns:p14="http://schemas.microsoft.com/office/powerpoint/2010/main" val="3144670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FBA52-EDD6-3A99-710E-3C128B74E9C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4A2B7AB-7281-5DB8-B491-100313362BAB}"/>
              </a:ext>
            </a:extLst>
          </p:cNvPr>
          <p:cNvSpPr>
            <a:spLocks noGrp="1"/>
          </p:cNvSpPr>
          <p:nvPr>
            <p:ph type="title"/>
          </p:nvPr>
        </p:nvSpPr>
        <p:spPr/>
        <p:txBody>
          <a:bodyPr/>
          <a:lstStyle/>
          <a:p>
            <a:r>
              <a:rPr lang="ja-JP" altLang="en-US" b="1" dirty="0">
                <a:solidFill>
                  <a:schemeClr val="bg1"/>
                </a:solidFill>
              </a:rPr>
              <a:t>追加機能その二</a:t>
            </a:r>
            <a:endParaRPr kumimoji="1" lang="ja-JP" altLang="en-US" b="1" dirty="0">
              <a:solidFill>
                <a:schemeClr val="bg1"/>
              </a:solidFill>
            </a:endParaRPr>
          </a:p>
        </p:txBody>
      </p:sp>
      <p:sp>
        <p:nvSpPr>
          <p:cNvPr id="5" name="テキスト ボックス 4">
            <a:extLst>
              <a:ext uri="{FF2B5EF4-FFF2-40B4-BE49-F238E27FC236}">
                <a16:creationId xmlns:a16="http://schemas.microsoft.com/office/drawing/2014/main" id="{94ADB46A-E30A-C58C-09C7-9705AE98F7E6}"/>
              </a:ext>
            </a:extLst>
          </p:cNvPr>
          <p:cNvSpPr txBox="1"/>
          <p:nvPr/>
        </p:nvSpPr>
        <p:spPr>
          <a:xfrm>
            <a:off x="1089660" y="1690688"/>
            <a:ext cx="3745230" cy="677108"/>
          </a:xfrm>
          <a:prstGeom prst="rect">
            <a:avLst/>
          </a:prstGeom>
          <a:noFill/>
        </p:spPr>
        <p:txBody>
          <a:bodyPr wrap="square" rtlCol="0">
            <a:spAutoFit/>
          </a:bodyPr>
          <a:lstStyle/>
          <a:p>
            <a:r>
              <a:rPr kumimoji="1" lang="ja-JP" altLang="en-US" sz="3800" dirty="0">
                <a:solidFill>
                  <a:schemeClr val="bg1"/>
                </a:solidFill>
              </a:rPr>
              <a:t>暇つぶし機能</a:t>
            </a:r>
          </a:p>
        </p:txBody>
      </p:sp>
      <p:pic>
        <p:nvPicPr>
          <p:cNvPr id="7" name="図 6">
            <a:extLst>
              <a:ext uri="{FF2B5EF4-FFF2-40B4-BE49-F238E27FC236}">
                <a16:creationId xmlns:a16="http://schemas.microsoft.com/office/drawing/2014/main" id="{FCD1DE8D-4EAF-40E4-5A29-6CBA18C74971}"/>
              </a:ext>
            </a:extLst>
          </p:cNvPr>
          <p:cNvPicPr>
            <a:picLocks noChangeAspect="1"/>
          </p:cNvPicPr>
          <p:nvPr/>
        </p:nvPicPr>
        <p:blipFill>
          <a:blip r:embed="rId2"/>
          <a:srcRect t="3157" r="62828" b="89649"/>
          <a:stretch>
            <a:fillRect/>
          </a:stretch>
        </p:blipFill>
        <p:spPr>
          <a:xfrm>
            <a:off x="0" y="2766218"/>
            <a:ext cx="11772774" cy="1325563"/>
          </a:xfrm>
          <a:prstGeom prst="rect">
            <a:avLst/>
          </a:prstGeom>
        </p:spPr>
      </p:pic>
      <p:sp>
        <p:nvSpPr>
          <p:cNvPr id="9" name="テキスト ボックス 8">
            <a:extLst>
              <a:ext uri="{FF2B5EF4-FFF2-40B4-BE49-F238E27FC236}">
                <a16:creationId xmlns:a16="http://schemas.microsoft.com/office/drawing/2014/main" id="{4721F16F-A2B3-8987-1657-8186D327BB37}"/>
              </a:ext>
            </a:extLst>
          </p:cNvPr>
          <p:cNvSpPr txBox="1"/>
          <p:nvPr/>
        </p:nvSpPr>
        <p:spPr>
          <a:xfrm>
            <a:off x="7544410" y="3907115"/>
            <a:ext cx="5702960" cy="369332"/>
          </a:xfrm>
          <a:prstGeom prst="rect">
            <a:avLst/>
          </a:prstGeom>
          <a:noFill/>
        </p:spPr>
        <p:txBody>
          <a:bodyPr wrap="square" rtlCol="0">
            <a:spAutoFit/>
          </a:bodyPr>
          <a:lstStyle/>
          <a:p>
            <a:r>
              <a:rPr lang="ja-JP" altLang="en-US" dirty="0">
                <a:highlight>
                  <a:srgbClr val="FF0000"/>
                </a:highlight>
              </a:rPr>
              <a:t>↑</a:t>
            </a:r>
            <a:r>
              <a:rPr lang="en-US" altLang="ja-JP" dirty="0">
                <a:highlight>
                  <a:srgbClr val="FF0000"/>
                </a:highlight>
              </a:rPr>
              <a:t>secret/parity-game</a:t>
            </a:r>
            <a:r>
              <a:rPr lang="ja-JP" altLang="en-US" dirty="0">
                <a:highlight>
                  <a:srgbClr val="FF0000"/>
                </a:highlight>
              </a:rPr>
              <a:t>にアクセス</a:t>
            </a:r>
            <a:endParaRPr kumimoji="1" lang="ja-JP" altLang="en-US" dirty="0">
              <a:highlight>
                <a:srgbClr val="FF0000"/>
              </a:highlight>
            </a:endParaRPr>
          </a:p>
        </p:txBody>
      </p:sp>
    </p:spTree>
    <p:extLst>
      <p:ext uri="{BB962C8B-B14F-4D97-AF65-F5344CB8AC3E}">
        <p14:creationId xmlns:p14="http://schemas.microsoft.com/office/powerpoint/2010/main" val="2258263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19076-2B68-0D0D-5630-ED7D1DDC1B3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1B6885D-AE01-A942-14A9-6DC3C29D9371}"/>
              </a:ext>
            </a:extLst>
          </p:cNvPr>
          <p:cNvSpPr>
            <a:spLocks noGrp="1"/>
          </p:cNvSpPr>
          <p:nvPr>
            <p:ph type="title"/>
          </p:nvPr>
        </p:nvSpPr>
        <p:spPr/>
        <p:txBody>
          <a:bodyPr/>
          <a:lstStyle/>
          <a:p>
            <a:endParaRPr kumimoji="1" lang="ja-JP" altLang="en-US"/>
          </a:p>
        </p:txBody>
      </p:sp>
      <p:pic>
        <p:nvPicPr>
          <p:cNvPr id="4" name="図 3">
            <a:extLst>
              <a:ext uri="{FF2B5EF4-FFF2-40B4-BE49-F238E27FC236}">
                <a16:creationId xmlns:a16="http://schemas.microsoft.com/office/drawing/2014/main" id="{085B447D-FDCD-4BE4-40F5-F751F9F19885}"/>
              </a:ext>
            </a:extLst>
          </p:cNvPr>
          <p:cNvPicPr>
            <a:picLocks noChangeAspect="1"/>
          </p:cNvPicPr>
          <p:nvPr/>
        </p:nvPicPr>
        <p:blipFill>
          <a:blip r:embed="rId2"/>
          <a:srcRect l="11458" t="12167" r="11246" b="5325"/>
          <a:stretch>
            <a:fillRect/>
          </a:stretch>
        </p:blipFill>
        <p:spPr>
          <a:xfrm>
            <a:off x="1072515" y="365125"/>
            <a:ext cx="10046970" cy="6240354"/>
          </a:xfrm>
          <a:prstGeom prst="rect">
            <a:avLst/>
          </a:prstGeom>
        </p:spPr>
      </p:pic>
    </p:spTree>
    <p:extLst>
      <p:ext uri="{BB962C8B-B14F-4D97-AF65-F5344CB8AC3E}">
        <p14:creationId xmlns:p14="http://schemas.microsoft.com/office/powerpoint/2010/main" val="1771133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D4D7A-522A-4B2E-A056-3198AD40E26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1E9FA1F-056A-7989-4BB7-9DBBAD65521E}"/>
              </a:ext>
            </a:extLst>
          </p:cNvPr>
          <p:cNvSpPr>
            <a:spLocks noGrp="1"/>
          </p:cNvSpPr>
          <p:nvPr>
            <p:ph type="title"/>
          </p:nvPr>
        </p:nvSpPr>
        <p:spPr/>
        <p:txBody>
          <a:bodyPr/>
          <a:lstStyle/>
          <a:p>
            <a:r>
              <a:rPr lang="ja-JP" altLang="en-US" b="1" dirty="0">
                <a:solidFill>
                  <a:schemeClr val="bg1"/>
                </a:solidFill>
              </a:rPr>
              <a:t>追加機能その二</a:t>
            </a:r>
            <a:endParaRPr kumimoji="1" lang="ja-JP" altLang="en-US" b="1" dirty="0">
              <a:solidFill>
                <a:schemeClr val="bg1"/>
              </a:solidFill>
            </a:endParaRPr>
          </a:p>
        </p:txBody>
      </p:sp>
      <p:sp>
        <p:nvSpPr>
          <p:cNvPr id="3" name="テキスト ボックス 2">
            <a:extLst>
              <a:ext uri="{FF2B5EF4-FFF2-40B4-BE49-F238E27FC236}">
                <a16:creationId xmlns:a16="http://schemas.microsoft.com/office/drawing/2014/main" id="{AC499A55-B264-0909-3F4D-F0DE2C550A7A}"/>
              </a:ext>
            </a:extLst>
          </p:cNvPr>
          <p:cNvSpPr txBox="1"/>
          <p:nvPr/>
        </p:nvSpPr>
        <p:spPr>
          <a:xfrm>
            <a:off x="697230" y="3016251"/>
            <a:ext cx="9464040" cy="2246769"/>
          </a:xfrm>
          <a:prstGeom prst="rect">
            <a:avLst/>
          </a:prstGeom>
          <a:noFill/>
        </p:spPr>
        <p:txBody>
          <a:bodyPr wrap="square" rtlCol="0">
            <a:spAutoFit/>
          </a:bodyPr>
          <a:lstStyle/>
          <a:p>
            <a:r>
              <a:rPr lang="ja-JP" altLang="en-US" sz="2800" dirty="0">
                <a:solidFill>
                  <a:schemeClr val="bg1"/>
                </a:solidFill>
              </a:rPr>
              <a:t>運営企業は利益を得たい！</a:t>
            </a:r>
            <a:endParaRPr lang="en-US" altLang="ja-JP" sz="2800" dirty="0">
              <a:solidFill>
                <a:schemeClr val="bg1"/>
              </a:solidFill>
            </a:endParaRPr>
          </a:p>
          <a:p>
            <a:r>
              <a:rPr lang="ja-JP" altLang="en-US" sz="2800" dirty="0">
                <a:solidFill>
                  <a:schemeClr val="bg1"/>
                </a:solidFill>
              </a:rPr>
              <a:t>↓</a:t>
            </a:r>
            <a:endParaRPr lang="en-US" altLang="ja-JP" sz="2800" dirty="0">
              <a:solidFill>
                <a:schemeClr val="bg1"/>
              </a:solidFill>
            </a:endParaRPr>
          </a:p>
          <a:p>
            <a:r>
              <a:rPr lang="ja-JP" altLang="en-US" sz="2800" dirty="0">
                <a:solidFill>
                  <a:schemeClr val="bg1"/>
                </a:solidFill>
              </a:rPr>
              <a:t>滞在時間を最大化、広告へのインプレッション増！！</a:t>
            </a:r>
          </a:p>
          <a:p>
            <a:r>
              <a:rPr lang="ja-JP" altLang="en-US" sz="2800" dirty="0">
                <a:solidFill>
                  <a:schemeClr val="bg1"/>
                </a:solidFill>
              </a:rPr>
              <a:t>↓</a:t>
            </a:r>
            <a:endParaRPr lang="en-US" altLang="ja-JP" sz="2800" dirty="0">
              <a:solidFill>
                <a:schemeClr val="bg1"/>
              </a:solidFill>
            </a:endParaRPr>
          </a:p>
          <a:p>
            <a:r>
              <a:rPr lang="en-US" altLang="ja-JP" sz="2800" dirty="0">
                <a:solidFill>
                  <a:schemeClr val="bg1"/>
                </a:solidFill>
              </a:rPr>
              <a:t>[</a:t>
            </a:r>
            <a:r>
              <a:rPr lang="ja-JP" altLang="en-US" sz="2800" dirty="0">
                <a:solidFill>
                  <a:schemeClr val="bg1"/>
                </a:solidFill>
              </a:rPr>
              <a:t>求</a:t>
            </a:r>
            <a:r>
              <a:rPr lang="en-US" altLang="ja-JP" sz="2800" dirty="0">
                <a:solidFill>
                  <a:schemeClr val="bg1"/>
                </a:solidFill>
              </a:rPr>
              <a:t>]</a:t>
            </a:r>
            <a:r>
              <a:rPr lang="ja-JP" altLang="en-US" sz="2800" dirty="0">
                <a:solidFill>
                  <a:schemeClr val="bg1"/>
                </a:solidFill>
              </a:rPr>
              <a:t>アプリから離脱せずに楽しめる新機能</a:t>
            </a:r>
            <a:endParaRPr kumimoji="1" lang="ja-JP" altLang="en-US" sz="2800" dirty="0">
              <a:solidFill>
                <a:schemeClr val="bg1"/>
              </a:solidFill>
            </a:endParaRPr>
          </a:p>
        </p:txBody>
      </p:sp>
      <p:sp>
        <p:nvSpPr>
          <p:cNvPr id="5" name="テキスト ボックス 4">
            <a:extLst>
              <a:ext uri="{FF2B5EF4-FFF2-40B4-BE49-F238E27FC236}">
                <a16:creationId xmlns:a16="http://schemas.microsoft.com/office/drawing/2014/main" id="{BF9040DA-8DD7-E61D-920F-906D58552429}"/>
              </a:ext>
            </a:extLst>
          </p:cNvPr>
          <p:cNvSpPr txBox="1"/>
          <p:nvPr/>
        </p:nvSpPr>
        <p:spPr>
          <a:xfrm>
            <a:off x="1089660" y="1690688"/>
            <a:ext cx="3745230" cy="677108"/>
          </a:xfrm>
          <a:prstGeom prst="rect">
            <a:avLst/>
          </a:prstGeom>
          <a:noFill/>
        </p:spPr>
        <p:txBody>
          <a:bodyPr wrap="square" rtlCol="0">
            <a:spAutoFit/>
          </a:bodyPr>
          <a:lstStyle/>
          <a:p>
            <a:r>
              <a:rPr kumimoji="1" lang="ja-JP" altLang="en-US" sz="3800" dirty="0">
                <a:solidFill>
                  <a:schemeClr val="bg1"/>
                </a:solidFill>
              </a:rPr>
              <a:t>暇つぶし機能</a:t>
            </a:r>
          </a:p>
        </p:txBody>
      </p:sp>
    </p:spTree>
    <p:extLst>
      <p:ext uri="{BB962C8B-B14F-4D97-AF65-F5344CB8AC3E}">
        <p14:creationId xmlns:p14="http://schemas.microsoft.com/office/powerpoint/2010/main" val="1168228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1AE5E-A6DA-51E4-5FCF-61959D53934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81D47AA-7072-0F79-D5F4-ECE7EA5EE72A}"/>
              </a:ext>
            </a:extLst>
          </p:cNvPr>
          <p:cNvSpPr>
            <a:spLocks noGrp="1"/>
          </p:cNvSpPr>
          <p:nvPr>
            <p:ph type="title"/>
          </p:nvPr>
        </p:nvSpPr>
        <p:spPr/>
        <p:txBody>
          <a:bodyPr/>
          <a:lstStyle/>
          <a:p>
            <a:endParaRPr kumimoji="1" lang="ja-JP" altLang="en-US"/>
          </a:p>
        </p:txBody>
      </p:sp>
      <p:pic>
        <p:nvPicPr>
          <p:cNvPr id="4" name="図 3">
            <a:extLst>
              <a:ext uri="{FF2B5EF4-FFF2-40B4-BE49-F238E27FC236}">
                <a16:creationId xmlns:a16="http://schemas.microsoft.com/office/drawing/2014/main" id="{18D36E79-588E-2E36-8F94-416299C5621B}"/>
              </a:ext>
            </a:extLst>
          </p:cNvPr>
          <p:cNvPicPr>
            <a:picLocks noChangeAspect="1"/>
          </p:cNvPicPr>
          <p:nvPr/>
        </p:nvPicPr>
        <p:blipFill>
          <a:blip r:embed="rId2"/>
          <a:stretch>
            <a:fillRect/>
          </a:stretch>
        </p:blipFill>
        <p:spPr>
          <a:xfrm>
            <a:off x="0" y="654482"/>
            <a:ext cx="12192000" cy="5549036"/>
          </a:xfrm>
          <a:prstGeom prst="rect">
            <a:avLst/>
          </a:prstGeom>
        </p:spPr>
      </p:pic>
    </p:spTree>
    <p:extLst>
      <p:ext uri="{BB962C8B-B14F-4D97-AF65-F5344CB8AC3E}">
        <p14:creationId xmlns:p14="http://schemas.microsoft.com/office/powerpoint/2010/main" val="1513640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BF24C-15E6-27EE-996C-22B3848EC57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9180D89-0109-40A0-B7B8-1896C8BF321D}"/>
              </a:ext>
            </a:extLst>
          </p:cNvPr>
          <p:cNvSpPr>
            <a:spLocks noGrp="1"/>
          </p:cNvSpPr>
          <p:nvPr>
            <p:ph type="title"/>
          </p:nvPr>
        </p:nvSpPr>
        <p:spPr/>
        <p:txBody>
          <a:bodyPr/>
          <a:lstStyle/>
          <a:p>
            <a:endParaRPr kumimoji="1" lang="ja-JP" altLang="en-US"/>
          </a:p>
        </p:txBody>
      </p:sp>
      <p:pic>
        <p:nvPicPr>
          <p:cNvPr id="4" name="図 3">
            <a:extLst>
              <a:ext uri="{FF2B5EF4-FFF2-40B4-BE49-F238E27FC236}">
                <a16:creationId xmlns:a16="http://schemas.microsoft.com/office/drawing/2014/main" id="{E9176FED-2B93-FFF4-373C-EEB6C0E8985C}"/>
              </a:ext>
            </a:extLst>
          </p:cNvPr>
          <p:cNvPicPr>
            <a:picLocks noChangeAspect="1"/>
          </p:cNvPicPr>
          <p:nvPr/>
        </p:nvPicPr>
        <p:blipFill>
          <a:blip r:embed="rId2"/>
          <a:stretch>
            <a:fillRect/>
          </a:stretch>
        </p:blipFill>
        <p:spPr>
          <a:xfrm>
            <a:off x="141025" y="0"/>
            <a:ext cx="11909949" cy="6858000"/>
          </a:xfrm>
          <a:prstGeom prst="rect">
            <a:avLst/>
          </a:prstGeom>
        </p:spPr>
      </p:pic>
    </p:spTree>
    <p:extLst>
      <p:ext uri="{BB962C8B-B14F-4D97-AF65-F5344CB8AC3E}">
        <p14:creationId xmlns:p14="http://schemas.microsoft.com/office/powerpoint/2010/main" val="25608281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8B425-DBC7-F028-33FB-9FF861255CD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82171CC-2BFC-048C-5221-60E99EAE1810}"/>
              </a:ext>
            </a:extLst>
          </p:cNvPr>
          <p:cNvSpPr>
            <a:spLocks noGrp="1"/>
          </p:cNvSpPr>
          <p:nvPr>
            <p:ph type="title"/>
          </p:nvPr>
        </p:nvSpPr>
        <p:spPr/>
        <p:txBody>
          <a:bodyPr/>
          <a:lstStyle/>
          <a:p>
            <a:r>
              <a:rPr lang="ja-JP" altLang="en-US" b="1" dirty="0">
                <a:solidFill>
                  <a:schemeClr val="bg1"/>
                </a:solidFill>
              </a:rPr>
              <a:t>追加機能その二</a:t>
            </a:r>
            <a:r>
              <a:rPr lang="en-US" altLang="ja-JP" b="1" dirty="0">
                <a:solidFill>
                  <a:schemeClr val="bg1"/>
                </a:solidFill>
              </a:rPr>
              <a:t>(ii)</a:t>
            </a:r>
            <a:endParaRPr kumimoji="1" lang="ja-JP" altLang="en-US" b="1" dirty="0">
              <a:solidFill>
                <a:schemeClr val="bg1"/>
              </a:solidFill>
            </a:endParaRPr>
          </a:p>
        </p:txBody>
      </p:sp>
      <p:sp>
        <p:nvSpPr>
          <p:cNvPr id="5" name="テキスト ボックス 4">
            <a:extLst>
              <a:ext uri="{FF2B5EF4-FFF2-40B4-BE49-F238E27FC236}">
                <a16:creationId xmlns:a16="http://schemas.microsoft.com/office/drawing/2014/main" id="{1F5226BD-293B-2B1E-45FE-AD8A30314553}"/>
              </a:ext>
            </a:extLst>
          </p:cNvPr>
          <p:cNvSpPr txBox="1"/>
          <p:nvPr/>
        </p:nvSpPr>
        <p:spPr>
          <a:xfrm>
            <a:off x="1089660" y="1690688"/>
            <a:ext cx="3745230" cy="67710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3800" b="0" i="0" u="none" strike="noStrike" kern="1200" cap="none" spc="0" normalizeH="0" baseline="0" noProof="0" dirty="0">
                <a:ln>
                  <a:noFill/>
                </a:ln>
                <a:solidFill>
                  <a:prstClr val="white"/>
                </a:solidFill>
                <a:effectLst/>
                <a:uLnTx/>
                <a:uFillTx/>
                <a:latin typeface="游ゴシック" panose="02110004020202020204"/>
                <a:ea typeface="游ゴシック" panose="020B0400000000000000" pitchFamily="50" charset="-128"/>
                <a:cs typeface="+mn-cs"/>
              </a:rPr>
              <a:t>暇つぶし機能</a:t>
            </a:r>
          </a:p>
        </p:txBody>
      </p:sp>
      <p:sp>
        <p:nvSpPr>
          <p:cNvPr id="7" name="テキスト ボックス 6">
            <a:extLst>
              <a:ext uri="{FF2B5EF4-FFF2-40B4-BE49-F238E27FC236}">
                <a16:creationId xmlns:a16="http://schemas.microsoft.com/office/drawing/2014/main" id="{ABD502B6-BA39-A1F7-B808-BDC62BD922D3}"/>
              </a:ext>
            </a:extLst>
          </p:cNvPr>
          <p:cNvSpPr txBox="1"/>
          <p:nvPr/>
        </p:nvSpPr>
        <p:spPr>
          <a:xfrm>
            <a:off x="6759122" y="3381277"/>
            <a:ext cx="5416868" cy="461665"/>
          </a:xfrm>
          <a:prstGeom prst="rect">
            <a:avLst/>
          </a:prstGeom>
          <a:noFill/>
        </p:spPr>
        <p:txBody>
          <a:bodyPr wrap="none" rtlCol="0">
            <a:spAutoFit/>
          </a:bodyPr>
          <a:lstStyle/>
          <a:p>
            <a:r>
              <a:rPr lang="ja-JP" altLang="en-US" sz="2400" b="1" dirty="0">
                <a:solidFill>
                  <a:schemeClr val="bg1"/>
                </a:solidFill>
              </a:rPr>
              <a:t>「教官」と「なつかしさ」を引き出す</a:t>
            </a:r>
            <a:endParaRPr kumimoji="1" lang="ja-JP" altLang="en-US" sz="2400" b="1" dirty="0">
              <a:solidFill>
                <a:schemeClr val="bg1"/>
              </a:solidFill>
            </a:endParaRPr>
          </a:p>
        </p:txBody>
      </p:sp>
      <p:sp>
        <p:nvSpPr>
          <p:cNvPr id="9" name="テキスト ボックス 8">
            <a:extLst>
              <a:ext uri="{FF2B5EF4-FFF2-40B4-BE49-F238E27FC236}">
                <a16:creationId xmlns:a16="http://schemas.microsoft.com/office/drawing/2014/main" id="{2DEC64C3-1ACC-D53A-5FBE-FFDC3058377B}"/>
              </a:ext>
            </a:extLst>
          </p:cNvPr>
          <p:cNvSpPr txBox="1"/>
          <p:nvPr/>
        </p:nvSpPr>
        <p:spPr>
          <a:xfrm>
            <a:off x="7062754" y="4519474"/>
            <a:ext cx="5015766" cy="830997"/>
          </a:xfrm>
          <a:prstGeom prst="rect">
            <a:avLst/>
          </a:prstGeom>
          <a:noFill/>
        </p:spPr>
        <p:txBody>
          <a:bodyPr wrap="square" rtlCol="0">
            <a:spAutoFit/>
          </a:bodyPr>
          <a:lstStyle/>
          <a:p>
            <a:r>
              <a:rPr lang="ja-JP" altLang="en-US" sz="2400" b="1" dirty="0">
                <a:solidFill>
                  <a:schemeClr val="bg1"/>
                </a:solidFill>
              </a:rPr>
              <a:t>サービスを使う程、未来の自分がゲームで楽しい</a:t>
            </a:r>
            <a:endParaRPr kumimoji="1" lang="ja-JP" altLang="en-US" sz="2400" b="1" dirty="0">
              <a:solidFill>
                <a:schemeClr val="bg1"/>
              </a:solidFill>
            </a:endParaRPr>
          </a:p>
        </p:txBody>
      </p:sp>
      <p:pic>
        <p:nvPicPr>
          <p:cNvPr id="11" name="図 10">
            <a:extLst>
              <a:ext uri="{FF2B5EF4-FFF2-40B4-BE49-F238E27FC236}">
                <a16:creationId xmlns:a16="http://schemas.microsoft.com/office/drawing/2014/main" id="{BE0A41BC-0AD9-BEB9-C378-72AB4D5AEA6E}"/>
              </a:ext>
            </a:extLst>
          </p:cNvPr>
          <p:cNvPicPr>
            <a:picLocks noChangeAspect="1"/>
          </p:cNvPicPr>
          <p:nvPr/>
        </p:nvPicPr>
        <p:blipFill>
          <a:blip r:embed="rId2"/>
          <a:stretch>
            <a:fillRect/>
          </a:stretch>
        </p:blipFill>
        <p:spPr>
          <a:xfrm>
            <a:off x="16010" y="2356705"/>
            <a:ext cx="6949275" cy="4501296"/>
          </a:xfrm>
          <a:prstGeom prst="rect">
            <a:avLst/>
          </a:prstGeom>
        </p:spPr>
      </p:pic>
      <p:sp>
        <p:nvSpPr>
          <p:cNvPr id="6" name="テキスト ボックス 5">
            <a:extLst>
              <a:ext uri="{FF2B5EF4-FFF2-40B4-BE49-F238E27FC236}">
                <a16:creationId xmlns:a16="http://schemas.microsoft.com/office/drawing/2014/main" id="{534490B0-98DE-6AF5-C359-DC0A7564C8AB}"/>
              </a:ext>
            </a:extLst>
          </p:cNvPr>
          <p:cNvSpPr txBox="1"/>
          <p:nvPr/>
        </p:nvSpPr>
        <p:spPr>
          <a:xfrm>
            <a:off x="7571072" y="1500476"/>
            <a:ext cx="3531268" cy="523220"/>
          </a:xfrm>
          <a:prstGeom prst="rect">
            <a:avLst/>
          </a:prstGeom>
          <a:noFill/>
        </p:spPr>
        <p:txBody>
          <a:bodyPr wrap="square" rtlCol="0">
            <a:spAutoFit/>
          </a:bodyPr>
          <a:lstStyle/>
          <a:p>
            <a:r>
              <a:rPr lang="ja-JP" altLang="en-US" sz="2800" dirty="0">
                <a:solidFill>
                  <a:schemeClr val="bg1"/>
                </a:solidFill>
                <a:highlight>
                  <a:srgbClr val="1BB8B8"/>
                </a:highlight>
              </a:rPr>
              <a:t>トキ消費</a:t>
            </a:r>
            <a:r>
              <a:rPr lang="en-US" altLang="ja-JP" sz="2800" dirty="0">
                <a:solidFill>
                  <a:schemeClr val="bg1"/>
                </a:solidFill>
                <a:highlight>
                  <a:srgbClr val="1BB8B8"/>
                </a:highlight>
              </a:rPr>
              <a:t> + </a:t>
            </a:r>
            <a:r>
              <a:rPr lang="ja-JP" altLang="en-US" sz="2800" dirty="0">
                <a:solidFill>
                  <a:schemeClr val="bg1"/>
                </a:solidFill>
                <a:highlight>
                  <a:srgbClr val="1BB8B8"/>
                </a:highlight>
              </a:rPr>
              <a:t>エモ消費</a:t>
            </a:r>
          </a:p>
        </p:txBody>
      </p:sp>
    </p:spTree>
    <p:extLst>
      <p:ext uri="{BB962C8B-B14F-4D97-AF65-F5344CB8AC3E}">
        <p14:creationId xmlns:p14="http://schemas.microsoft.com/office/powerpoint/2010/main" val="10083710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BC2B64-FBF9-158F-97C3-C1B92138CC8F}"/>
              </a:ext>
            </a:extLst>
          </p:cNvPr>
          <p:cNvSpPr>
            <a:spLocks noGrp="1"/>
          </p:cNvSpPr>
          <p:nvPr>
            <p:ph type="title"/>
          </p:nvPr>
        </p:nvSpPr>
        <p:spPr/>
        <p:txBody>
          <a:bodyPr/>
          <a:lstStyle/>
          <a:p>
            <a:r>
              <a:rPr kumimoji="1" lang="ja-JP" altLang="en-US" dirty="0">
                <a:solidFill>
                  <a:schemeClr val="bg1"/>
                </a:solidFill>
              </a:rPr>
              <a:t>追加機能一覧</a:t>
            </a:r>
          </a:p>
        </p:txBody>
      </p:sp>
      <p:sp>
        <p:nvSpPr>
          <p:cNvPr id="3" name="テキスト ボックス 2">
            <a:extLst>
              <a:ext uri="{FF2B5EF4-FFF2-40B4-BE49-F238E27FC236}">
                <a16:creationId xmlns:a16="http://schemas.microsoft.com/office/drawing/2014/main" id="{DF964CCE-BAD5-4F85-5F03-6948A5CC5556}"/>
              </a:ext>
            </a:extLst>
          </p:cNvPr>
          <p:cNvSpPr txBox="1"/>
          <p:nvPr/>
        </p:nvSpPr>
        <p:spPr>
          <a:xfrm>
            <a:off x="1012371" y="1690688"/>
            <a:ext cx="8414658" cy="5078313"/>
          </a:xfrm>
          <a:prstGeom prst="rect">
            <a:avLst/>
          </a:prstGeom>
          <a:noFill/>
        </p:spPr>
        <p:txBody>
          <a:bodyPr wrap="square" rtlCol="0">
            <a:spAutoFit/>
          </a:bodyPr>
          <a:lstStyle/>
          <a:p>
            <a:r>
              <a:rPr lang="ja-JP" altLang="en-US" sz="3600" dirty="0">
                <a:solidFill>
                  <a:schemeClr val="bg1"/>
                </a:solidFill>
              </a:rPr>
              <a:t>・プロフィールに自己紹介文を追加</a:t>
            </a:r>
            <a:endParaRPr lang="en-US" altLang="ja-JP" sz="3600" dirty="0">
              <a:solidFill>
                <a:schemeClr val="bg1"/>
              </a:solidFill>
            </a:endParaRPr>
          </a:p>
          <a:p>
            <a:r>
              <a:rPr lang="ja-JP" altLang="en-US" sz="3600" dirty="0">
                <a:solidFill>
                  <a:schemeClr val="bg1"/>
                </a:solidFill>
              </a:rPr>
              <a:t>・フォロー数・フォロワー数表示機能</a:t>
            </a:r>
            <a:endParaRPr lang="en-US" altLang="ja-JP" sz="3600" dirty="0">
              <a:solidFill>
                <a:schemeClr val="bg1"/>
              </a:solidFill>
            </a:endParaRPr>
          </a:p>
          <a:p>
            <a:r>
              <a:rPr lang="ja-JP" altLang="en-US" sz="3600" dirty="0">
                <a:solidFill>
                  <a:schemeClr val="bg1"/>
                </a:solidFill>
              </a:rPr>
              <a:t>・固定マイクロポスト機能</a:t>
            </a:r>
            <a:endParaRPr lang="en-US" altLang="ja-JP" sz="3600" dirty="0">
              <a:solidFill>
                <a:schemeClr val="bg1"/>
              </a:solidFill>
            </a:endParaRPr>
          </a:p>
          <a:p>
            <a:r>
              <a:rPr lang="ja-JP" altLang="en-US" sz="3600" dirty="0">
                <a:solidFill>
                  <a:schemeClr val="bg1"/>
                </a:solidFill>
              </a:rPr>
              <a:t>・プロフィールに性別・生年月日の入力</a:t>
            </a:r>
            <a:endParaRPr lang="en-US" altLang="ja-JP" sz="3600" dirty="0">
              <a:solidFill>
                <a:schemeClr val="bg1"/>
              </a:solidFill>
            </a:endParaRPr>
          </a:p>
          <a:p>
            <a:r>
              <a:rPr lang="ja-JP" altLang="en-US" sz="3600" dirty="0">
                <a:solidFill>
                  <a:schemeClr val="bg1"/>
                </a:solidFill>
              </a:rPr>
              <a:t>・生年月日から年齢を自動的に表示</a:t>
            </a:r>
            <a:endParaRPr lang="en-US" altLang="ja-JP" sz="3600" dirty="0">
              <a:solidFill>
                <a:schemeClr val="bg1"/>
              </a:solidFill>
            </a:endParaRPr>
          </a:p>
          <a:p>
            <a:r>
              <a:rPr lang="ja-JP" altLang="en-US" sz="3600" dirty="0">
                <a:solidFill>
                  <a:schemeClr val="bg1"/>
                </a:solidFill>
              </a:rPr>
              <a:t>・空いている日をカレンダーから入力</a:t>
            </a:r>
            <a:endParaRPr lang="en-US" altLang="ja-JP" sz="3600" dirty="0">
              <a:solidFill>
                <a:schemeClr val="bg1"/>
              </a:solidFill>
            </a:endParaRPr>
          </a:p>
          <a:p>
            <a:r>
              <a:rPr lang="ja-JP" altLang="en-US" sz="3600" dirty="0">
                <a:solidFill>
                  <a:schemeClr val="bg1"/>
                </a:solidFill>
              </a:rPr>
              <a:t>・計算機機能</a:t>
            </a:r>
            <a:endParaRPr lang="en-US" altLang="ja-JP" sz="3600" dirty="0">
              <a:solidFill>
                <a:schemeClr val="bg1"/>
              </a:solidFill>
            </a:endParaRPr>
          </a:p>
          <a:p>
            <a:r>
              <a:rPr lang="ja-JP" altLang="en-US" sz="3600" dirty="0">
                <a:solidFill>
                  <a:schemeClr val="bg1"/>
                </a:solidFill>
              </a:rPr>
              <a:t>・暇つぶし機能</a:t>
            </a:r>
          </a:p>
          <a:p>
            <a:endParaRPr kumimoji="1" lang="ja-JP" altLang="en-US" sz="3600" dirty="0"/>
          </a:p>
        </p:txBody>
      </p:sp>
    </p:spTree>
    <p:extLst>
      <p:ext uri="{BB962C8B-B14F-4D97-AF65-F5344CB8AC3E}">
        <p14:creationId xmlns:p14="http://schemas.microsoft.com/office/powerpoint/2010/main" val="4099324893"/>
      </p:ext>
    </p:extLst>
  </p:cSld>
  <p:clrMapOvr>
    <a:masterClrMapping/>
  </p:clrMapOvr>
</p:sld>
</file>

<file path=ppt/theme/theme1.xml><?xml version="1.0" encoding="utf-8"?>
<a:theme xmlns:a="http://schemas.openxmlformats.org/drawingml/2006/main" name="1_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3_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a46ab4ca-bc09-4ac5-a31b-eed8c5b60a07" xsi:nil="true"/>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2FFB6942F575FB409279DDFC9D64B7D6" ma:contentTypeVersion="11" ma:contentTypeDescription="新しいドキュメントを作成します。" ma:contentTypeScope="" ma:versionID="756b07a5db71323ecaf67113df88147b">
  <xsd:schema xmlns:xsd="http://www.w3.org/2001/XMLSchema" xmlns:xs="http://www.w3.org/2001/XMLSchema" xmlns:p="http://schemas.microsoft.com/office/2006/metadata/properties" xmlns:ns3="a46ab4ca-bc09-4ac5-a31b-eed8c5b60a07" xmlns:ns4="ec587fe9-fa5c-47d0-8660-4dac361e2af1" targetNamespace="http://schemas.microsoft.com/office/2006/metadata/properties" ma:root="true" ma:fieldsID="057fa8eef696b2b412d73a15daff52cb" ns3:_="" ns4:_="">
    <xsd:import namespace="a46ab4ca-bc09-4ac5-a31b-eed8c5b60a07"/>
    <xsd:import namespace="ec587fe9-fa5c-47d0-8660-4dac361e2af1"/>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ObjectDetectorVersions" minOccurs="0"/>
                <xsd:element ref="ns3:_activity" minOccurs="0"/>
                <xsd:element ref="ns4:SharedWithUsers" minOccurs="0"/>
                <xsd:element ref="ns4:SharedWithDetails" minOccurs="0"/>
                <xsd:element ref="ns4:SharingHintHash"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6ab4ca-bc09-4ac5-a31b-eed8c5b60a0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DateTaken" ma:index="18"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c587fe9-fa5c-47d0-8660-4dac361e2af1" elementFormDefault="qualified">
    <xsd:import namespace="http://schemas.microsoft.com/office/2006/documentManagement/types"/>
    <xsd:import namespace="http://schemas.microsoft.com/office/infopath/2007/PartnerControls"/>
    <xsd:element name="SharedWithUsers" ma:index="14"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共有相手の詳細情報" ma:internalName="SharedWithDetails" ma:readOnly="true">
      <xsd:simpleType>
        <xsd:restriction base="dms:Note">
          <xsd:maxLength value="255"/>
        </xsd:restriction>
      </xsd:simpleType>
    </xsd:element>
    <xsd:element name="SharingHintHash" ma:index="16" nillable="true" ma:displayName="共有のヒントのハッシュ"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952265C-B8D5-4F6D-AEC2-CB4FCBAF1EF3}">
  <ds:schemaRefs>
    <ds:schemaRef ds:uri="http://www.w3.org/XML/1998/namespace"/>
    <ds:schemaRef ds:uri="http://purl.org/dc/terms/"/>
    <ds:schemaRef ds:uri="http://schemas.microsoft.com/office/2006/documentManagement/types"/>
    <ds:schemaRef ds:uri="http://schemas.microsoft.com/office/2006/metadata/properties"/>
    <ds:schemaRef ds:uri="http://purl.org/dc/dcmitype/"/>
    <ds:schemaRef ds:uri="http://schemas.microsoft.com/office/infopath/2007/PartnerControls"/>
    <ds:schemaRef ds:uri="ec587fe9-fa5c-47d0-8660-4dac361e2af1"/>
    <ds:schemaRef ds:uri="http://schemas.openxmlformats.org/package/2006/metadata/core-properties"/>
    <ds:schemaRef ds:uri="a46ab4ca-bc09-4ac5-a31b-eed8c5b60a07"/>
    <ds:schemaRef ds:uri="http://purl.org/dc/elements/1.1/"/>
  </ds:schemaRefs>
</ds:datastoreItem>
</file>

<file path=customXml/itemProps2.xml><?xml version="1.0" encoding="utf-8"?>
<ds:datastoreItem xmlns:ds="http://schemas.openxmlformats.org/officeDocument/2006/customXml" ds:itemID="{413066EC-79D9-4793-894F-4D9E1ECF1076}">
  <ds:schemaRefs>
    <ds:schemaRef ds:uri="a46ab4ca-bc09-4ac5-a31b-eed8c5b60a07"/>
    <ds:schemaRef ds:uri="ec587fe9-fa5c-47d0-8660-4dac361e2af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426A8BA-9351-4A6A-815D-96A93045F49A}">
  <ds:schemaRefs>
    <ds:schemaRef ds:uri="http://schemas.microsoft.com/sharepoint/v3/contenttype/forms"/>
  </ds:schemaRefs>
</ds:datastoreItem>
</file>

<file path=docMetadata/LabelInfo.xml><?xml version="1.0" encoding="utf-8"?>
<clbl:labelList xmlns:clbl="http://schemas.microsoft.com/office/2020/mipLabelMetadata">
  <clbl:label id="{72fe835d-5e95-4512-8ae0-a7b38af25fc8}" enabled="0" method="" siteId="{72fe835d-5e95-4512-8ae0-a7b38af25fc8}" removed="1"/>
</clbl:labelList>
</file>

<file path=docProps/app.xml><?xml version="1.0" encoding="utf-8"?>
<Properties xmlns="http://schemas.openxmlformats.org/officeDocument/2006/extended-properties" xmlns:vt="http://schemas.openxmlformats.org/officeDocument/2006/docPropsVTypes">
  <TotalTime>357</TotalTime>
  <Words>268</Words>
  <Application>Microsoft Office PowerPoint</Application>
  <PresentationFormat>ワイド画面</PresentationFormat>
  <Paragraphs>55</Paragraphs>
  <Slides>13</Slides>
  <Notes>2</Notes>
  <HiddenSlides>0</HiddenSlides>
  <MMClips>0</MMClips>
  <ScaleCrop>false</ScaleCrop>
  <HeadingPairs>
    <vt:vector size="6" baseType="variant">
      <vt:variant>
        <vt:lpstr>使用されているフォント</vt:lpstr>
      </vt:variant>
      <vt:variant>
        <vt:i4>6</vt:i4>
      </vt:variant>
      <vt:variant>
        <vt:lpstr>テーマ</vt:lpstr>
      </vt:variant>
      <vt:variant>
        <vt:i4>3</vt:i4>
      </vt:variant>
      <vt:variant>
        <vt:lpstr>スライド タイトル</vt:lpstr>
      </vt:variant>
      <vt:variant>
        <vt:i4>13</vt:i4>
      </vt:variant>
    </vt:vector>
  </HeadingPairs>
  <TitlesOfParts>
    <vt:vector size="22" baseType="lpstr">
      <vt:lpstr>BIZ UDゴシック</vt:lpstr>
      <vt:lpstr>HGPｺﾞｼｯｸE</vt:lpstr>
      <vt:lpstr>HGP創英角ｺﾞｼｯｸUB</vt:lpstr>
      <vt:lpstr>游ゴシック</vt:lpstr>
      <vt:lpstr>游ゴシック Light</vt:lpstr>
      <vt:lpstr>Arial</vt:lpstr>
      <vt:lpstr>1_Office テーマ</vt:lpstr>
      <vt:lpstr>3_Office テーマ</vt:lpstr>
      <vt:lpstr>2_Office テーマ</vt:lpstr>
      <vt:lpstr>PowerPoint プレゼンテーション</vt:lpstr>
      <vt:lpstr>追加機能</vt:lpstr>
      <vt:lpstr>追加機能その一</vt:lpstr>
      <vt:lpstr>追加機能その一(ii)</vt:lpstr>
      <vt:lpstr>追加機能その一(ii)</vt:lpstr>
      <vt:lpstr>追加機能その一(iii)</vt:lpstr>
      <vt:lpstr>追加機能その二</vt:lpstr>
      <vt:lpstr>PowerPoint プレゼンテーション</vt:lpstr>
      <vt:lpstr>追加機能その二</vt:lpstr>
      <vt:lpstr>PowerPoint プレゼンテーション</vt:lpstr>
      <vt:lpstr>PowerPoint プレゼンテーション</vt:lpstr>
      <vt:lpstr>追加機能その二(ii)</vt:lpstr>
      <vt:lpstr>追加機能一覧</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j2104_今岡 桜_松江</dc:creator>
  <cp:lastModifiedBy>三角　晃太</cp:lastModifiedBy>
  <cp:revision>39</cp:revision>
  <dcterms:created xsi:type="dcterms:W3CDTF">2024-10-24T14:37:59Z</dcterms:created>
  <dcterms:modified xsi:type="dcterms:W3CDTF">2026-09-04T07:33:03Z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0x0101002FFB6942F575FB409279DDFC9D64B7D6</vt:lpwstr>
  </property>
</Properties>
</file>